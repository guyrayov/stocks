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68" r:id="rId3"/>
    <p:sldId id="269" r:id="rId4"/>
    <p:sldId id="270" r:id="rId5"/>
    <p:sldId id="271" r:id="rId6"/>
    <p:sldId id="256" r:id="rId7"/>
    <p:sldId id="258" r:id="rId8"/>
    <p:sldId id="259" r:id="rId9"/>
    <p:sldId id="260" r:id="rId10"/>
    <p:sldId id="261" r:id="rId11"/>
    <p:sldId id="262" r:id="rId12"/>
    <p:sldId id="265" r:id="rId13"/>
    <p:sldId id="266" r:id="rId14"/>
    <p:sldId id="263" r:id="rId15"/>
    <p:sldId id="267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98" autoAdjust="0"/>
    <p:restoredTop sz="94660"/>
  </p:normalViewPr>
  <p:slideViewPr>
    <p:cSldViewPr snapToGrid="0">
      <p:cViewPr>
        <p:scale>
          <a:sx n="122" d="100"/>
          <a:sy n="122" d="100"/>
        </p:scale>
        <p:origin x="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microsoft.com/office/2016/11/relationships/changesInfo" Target="changesInfos/changesInfo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y Ray" userId="e04643c790329017" providerId="LiveId" clId="{81331041-E309-4D83-A0A0-8D03F70A0C66}"/>
    <pc:docChg chg="undo custSel addSld delSld modSld sldOrd">
      <pc:chgData name="Guy Ray" userId="e04643c790329017" providerId="LiveId" clId="{81331041-E309-4D83-A0A0-8D03F70A0C66}" dt="2026-01-12T05:54:38.103" v="3668" actId="1076"/>
      <pc:docMkLst>
        <pc:docMk/>
      </pc:docMkLst>
      <pc:sldChg chg="addSp delSp modSp mod">
        <pc:chgData name="Guy Ray" userId="e04643c790329017" providerId="LiveId" clId="{81331041-E309-4D83-A0A0-8D03F70A0C66}" dt="2026-01-11T18:08:15.532" v="2007" actId="20577"/>
        <pc:sldMkLst>
          <pc:docMk/>
          <pc:sldMk cId="3237725123" sldId="256"/>
        </pc:sldMkLst>
        <pc:spChg chg="mod">
          <ac:chgData name="Guy Ray" userId="e04643c790329017" providerId="LiveId" clId="{81331041-E309-4D83-A0A0-8D03F70A0C66}" dt="2026-01-11T18:08:15.532" v="2007" actId="20577"/>
          <ac:spMkLst>
            <pc:docMk/>
            <pc:sldMk cId="3237725123" sldId="256"/>
            <ac:spMk id="4" creationId="{E0CED12F-A4B7-62DE-3415-DDFCEBC32B04}"/>
          </ac:spMkLst>
        </pc:spChg>
        <pc:spChg chg="mod">
          <ac:chgData name="Guy Ray" userId="e04643c790329017" providerId="LiveId" clId="{81331041-E309-4D83-A0A0-8D03F70A0C66}" dt="2025-12-27T12:33:28.803" v="1809" actId="1038"/>
          <ac:spMkLst>
            <pc:docMk/>
            <pc:sldMk cId="3237725123" sldId="256"/>
            <ac:spMk id="6" creationId="{B3CEC2B5-0047-C92C-216F-782BCF016A96}"/>
          </ac:spMkLst>
        </pc:spChg>
        <pc:spChg chg="mod">
          <ac:chgData name="Guy Ray" userId="e04643c790329017" providerId="LiveId" clId="{81331041-E309-4D83-A0A0-8D03F70A0C66}" dt="2025-12-27T12:34:27.757" v="1833" actId="14100"/>
          <ac:spMkLst>
            <pc:docMk/>
            <pc:sldMk cId="3237725123" sldId="256"/>
            <ac:spMk id="7" creationId="{35B8BBAC-8E3E-E4F8-D967-0E9E47C7F1E3}"/>
          </ac:spMkLst>
        </pc:spChg>
        <pc:spChg chg="mod">
          <ac:chgData name="Guy Ray" userId="e04643c790329017" providerId="LiveId" clId="{81331041-E309-4D83-A0A0-8D03F70A0C66}" dt="2025-12-27T12:35:21.248" v="1872" actId="20577"/>
          <ac:spMkLst>
            <pc:docMk/>
            <pc:sldMk cId="3237725123" sldId="256"/>
            <ac:spMk id="8" creationId="{840514AA-BCF0-55B0-B152-14F92661D5D2}"/>
          </ac:spMkLst>
        </pc:spChg>
        <pc:spChg chg="mod">
          <ac:chgData name="Guy Ray" userId="e04643c790329017" providerId="LiveId" clId="{81331041-E309-4D83-A0A0-8D03F70A0C66}" dt="2025-12-27T12:36:07.658" v="1877" actId="20577"/>
          <ac:spMkLst>
            <pc:docMk/>
            <pc:sldMk cId="3237725123" sldId="256"/>
            <ac:spMk id="9" creationId="{A3D9BA36-DB52-05E7-1EA4-91878809691B}"/>
          </ac:spMkLst>
        </pc:spChg>
        <pc:spChg chg="mod">
          <ac:chgData name="Guy Ray" userId="e04643c790329017" providerId="LiveId" clId="{81331041-E309-4D83-A0A0-8D03F70A0C66}" dt="2025-12-27T12:38:42.842" v="1912" actId="20577"/>
          <ac:spMkLst>
            <pc:docMk/>
            <pc:sldMk cId="3237725123" sldId="256"/>
            <ac:spMk id="10" creationId="{1BFEB527-4D0F-CDCE-436F-76E63197667D}"/>
          </ac:spMkLst>
        </pc:spChg>
        <pc:spChg chg="mod">
          <ac:chgData name="Guy Ray" userId="e04643c790329017" providerId="LiveId" clId="{81331041-E309-4D83-A0A0-8D03F70A0C66}" dt="2025-12-25T18:07:44.480" v="1266" actId="1037"/>
          <ac:spMkLst>
            <pc:docMk/>
            <pc:sldMk cId="3237725123" sldId="256"/>
            <ac:spMk id="11" creationId="{4324FAF4-2A6B-F1A4-D54B-F8C83FF2278A}"/>
          </ac:spMkLst>
        </pc:spChg>
        <pc:spChg chg="mod">
          <ac:chgData name="Guy Ray" userId="e04643c790329017" providerId="LiveId" clId="{81331041-E309-4D83-A0A0-8D03F70A0C66}" dt="2025-12-27T12:37:39.944" v="1894" actId="120"/>
          <ac:spMkLst>
            <pc:docMk/>
            <pc:sldMk cId="3237725123" sldId="256"/>
            <ac:spMk id="42" creationId="{A70CAF48-E465-C3FA-4F28-B5CEB7D88CF4}"/>
          </ac:spMkLst>
        </pc:spChg>
        <pc:spChg chg="mod">
          <ac:chgData name="Guy Ray" userId="e04643c790329017" providerId="LiveId" clId="{81331041-E309-4D83-A0A0-8D03F70A0C66}" dt="2025-12-27T12:37:31.612" v="1892" actId="121"/>
          <ac:spMkLst>
            <pc:docMk/>
            <pc:sldMk cId="3237725123" sldId="256"/>
            <ac:spMk id="43" creationId="{32071F1D-D858-87BC-3FAC-D2FE0A14C0F7}"/>
          </ac:spMkLst>
        </pc:spChg>
        <pc:spChg chg="mod">
          <ac:chgData name="Guy Ray" userId="e04643c790329017" providerId="LiveId" clId="{81331041-E309-4D83-A0A0-8D03F70A0C66}" dt="2025-12-25T18:07:44.480" v="1266" actId="1037"/>
          <ac:spMkLst>
            <pc:docMk/>
            <pc:sldMk cId="3237725123" sldId="256"/>
            <ac:spMk id="44" creationId="{5CE5573E-B2D9-361E-51E1-07D795ACA4C4}"/>
          </ac:spMkLst>
        </pc:spChg>
        <pc:spChg chg="mod">
          <ac:chgData name="Guy Ray" userId="e04643c790329017" providerId="LiveId" clId="{81331041-E309-4D83-A0A0-8D03F70A0C66}" dt="2025-12-27T12:38:12.621" v="1908" actId="20577"/>
          <ac:spMkLst>
            <pc:docMk/>
            <pc:sldMk cId="3237725123" sldId="256"/>
            <ac:spMk id="46" creationId="{19A06438-AECB-8F64-406D-BD2AA6A4C617}"/>
          </ac:spMkLst>
        </pc:spChg>
        <pc:spChg chg="mod">
          <ac:chgData name="Guy Ray" userId="e04643c790329017" providerId="LiveId" clId="{81331041-E309-4D83-A0A0-8D03F70A0C66}" dt="2025-12-27T12:37:56.468" v="1899" actId="1037"/>
          <ac:spMkLst>
            <pc:docMk/>
            <pc:sldMk cId="3237725123" sldId="256"/>
            <ac:spMk id="47" creationId="{61FB8B87-F3F4-8197-2726-4B1005F0D7FF}"/>
          </ac:spMkLst>
        </pc:spChg>
        <pc:spChg chg="mod">
          <ac:chgData name="Guy Ray" userId="e04643c790329017" providerId="LiveId" clId="{81331041-E309-4D83-A0A0-8D03F70A0C66}" dt="2025-12-25T18:07:44.480" v="1266" actId="1037"/>
          <ac:spMkLst>
            <pc:docMk/>
            <pc:sldMk cId="3237725123" sldId="256"/>
            <ac:spMk id="48" creationId="{3BBAA62F-ECFA-17B3-9D3F-29CBFF680445}"/>
          </ac:spMkLst>
        </pc:spChg>
        <pc:spChg chg="mod">
          <ac:chgData name="Guy Ray" userId="e04643c790329017" providerId="LiveId" clId="{81331041-E309-4D83-A0A0-8D03F70A0C66}" dt="2025-12-25T07:09:31.751" v="132" actId="27636"/>
          <ac:spMkLst>
            <pc:docMk/>
            <pc:sldMk cId="3237725123" sldId="256"/>
            <ac:spMk id="72" creationId="{A3D34C6F-F163-1DF6-8B21-2A863D5D4D56}"/>
          </ac:spMkLst>
        </pc:spChg>
        <pc:picChg chg="add mod">
          <ac:chgData name="Guy Ray" userId="e04643c790329017" providerId="LiveId" clId="{81331041-E309-4D83-A0A0-8D03F70A0C66}" dt="2025-12-27T12:38:22.947" v="1909" actId="1076"/>
          <ac:picMkLst>
            <pc:docMk/>
            <pc:sldMk cId="3237725123" sldId="256"/>
            <ac:picMk id="5" creationId="{335729E7-C3A3-E888-5B26-AB2777BE8FB6}"/>
          </ac:picMkLst>
        </pc:picChg>
        <pc:picChg chg="add mod">
          <ac:chgData name="Guy Ray" userId="e04643c790329017" providerId="LiveId" clId="{81331041-E309-4D83-A0A0-8D03F70A0C66}" dt="2025-12-25T18:17:31.828" v="1381" actId="14100"/>
          <ac:picMkLst>
            <pc:docMk/>
            <pc:sldMk cId="3237725123" sldId="256"/>
            <ac:picMk id="55" creationId="{A661943F-795A-B04E-99F1-CD4C25A044AB}"/>
          </ac:picMkLst>
        </pc:picChg>
        <pc:cxnChg chg="mod">
          <ac:chgData name="Guy Ray" userId="e04643c790329017" providerId="LiveId" clId="{81331041-E309-4D83-A0A0-8D03F70A0C66}" dt="2025-12-27T12:28:03.144" v="1490"/>
          <ac:cxnSpMkLst>
            <pc:docMk/>
            <pc:sldMk cId="3237725123" sldId="256"/>
            <ac:cxnSpMk id="13" creationId="{F5E77E56-8491-4E68-CCBF-83A43A46E28E}"/>
          </ac:cxnSpMkLst>
        </pc:cxnChg>
        <pc:cxnChg chg="mod">
          <ac:chgData name="Guy Ray" userId="e04643c790329017" providerId="LiveId" clId="{81331041-E309-4D83-A0A0-8D03F70A0C66}" dt="2025-12-27T12:36:07.113" v="1876" actId="20577"/>
          <ac:cxnSpMkLst>
            <pc:docMk/>
            <pc:sldMk cId="3237725123" sldId="256"/>
            <ac:cxnSpMk id="15" creationId="{EE6F673A-CD4B-7DDF-431D-E43C646CFF3A}"/>
          </ac:cxnSpMkLst>
        </pc:cxnChg>
        <pc:cxnChg chg="mod">
          <ac:chgData name="Guy Ray" userId="e04643c790329017" providerId="LiveId" clId="{81331041-E309-4D83-A0A0-8D03F70A0C66}" dt="2025-12-27T12:39:54.433" v="1917" actId="14100"/>
          <ac:cxnSpMkLst>
            <pc:docMk/>
            <pc:sldMk cId="3237725123" sldId="256"/>
            <ac:cxnSpMk id="23" creationId="{5A85DCD5-53F3-8230-1F9C-48B18BAF8D5D}"/>
          </ac:cxnSpMkLst>
        </pc:cxnChg>
        <pc:cxnChg chg="mod">
          <ac:chgData name="Guy Ray" userId="e04643c790329017" providerId="LiveId" clId="{81331041-E309-4D83-A0A0-8D03F70A0C66}" dt="2025-12-27T12:37:49.670" v="1895" actId="14100"/>
          <ac:cxnSpMkLst>
            <pc:docMk/>
            <pc:sldMk cId="3237725123" sldId="256"/>
            <ac:cxnSpMk id="26" creationId="{CEE66BF4-17A1-FA1F-E2E2-8A9BE7E31C27}"/>
          </ac:cxnSpMkLst>
        </pc:cxnChg>
        <pc:cxnChg chg="mod">
          <ac:chgData name="Guy Ray" userId="e04643c790329017" providerId="LiveId" clId="{81331041-E309-4D83-A0A0-8D03F70A0C66}" dt="2025-12-27T12:34:50.782" v="1866" actId="1036"/>
          <ac:cxnSpMkLst>
            <pc:docMk/>
            <pc:sldMk cId="3237725123" sldId="256"/>
            <ac:cxnSpMk id="32" creationId="{BDCE4759-16BE-ACED-EAF7-8E2DFF5CB71D}"/>
          </ac:cxnSpMkLst>
        </pc:cxnChg>
        <pc:cxnChg chg="mod">
          <ac:chgData name="Guy Ray" userId="e04643c790329017" providerId="LiveId" clId="{81331041-E309-4D83-A0A0-8D03F70A0C66}" dt="2025-12-27T12:37:20.432" v="1890" actId="14100"/>
          <ac:cxnSpMkLst>
            <pc:docMk/>
            <pc:sldMk cId="3237725123" sldId="256"/>
            <ac:cxnSpMk id="36" creationId="{BC3E262E-BD4D-464E-5D93-F703C5C6A36A}"/>
          </ac:cxnSpMkLst>
        </pc:cxnChg>
        <pc:cxnChg chg="mod">
          <ac:chgData name="Guy Ray" userId="e04643c790329017" providerId="LiveId" clId="{81331041-E309-4D83-A0A0-8D03F70A0C66}" dt="2025-12-27T12:34:27.757" v="1833" actId="14100"/>
          <ac:cxnSpMkLst>
            <pc:docMk/>
            <pc:sldMk cId="3237725123" sldId="256"/>
            <ac:cxnSpMk id="50" creationId="{CD71DE9B-501F-1C8E-442D-91C605FFD35A}"/>
          </ac:cxnSpMkLst>
        </pc:cxnChg>
        <pc:cxnChg chg="mod">
          <ac:chgData name="Guy Ray" userId="e04643c790329017" providerId="LiveId" clId="{81331041-E309-4D83-A0A0-8D03F70A0C66}" dt="2025-12-27T12:35:09.130" v="1871" actId="14100"/>
          <ac:cxnSpMkLst>
            <pc:docMk/>
            <pc:sldMk cId="3237725123" sldId="256"/>
            <ac:cxnSpMk id="51" creationId="{7E3C09C6-D6CE-7879-55EE-D4D2D08F97B1}"/>
          </ac:cxnSpMkLst>
        </pc:cxnChg>
        <pc:cxnChg chg="mod">
          <ac:chgData name="Guy Ray" userId="e04643c790329017" providerId="LiveId" clId="{81331041-E309-4D83-A0A0-8D03F70A0C66}" dt="2026-01-11T18:08:13.626" v="2002" actId="6549"/>
          <ac:cxnSpMkLst>
            <pc:docMk/>
            <pc:sldMk cId="3237725123" sldId="256"/>
            <ac:cxnSpMk id="52" creationId="{CCF69E22-D953-E25C-6AB7-8595121622D3}"/>
          </ac:cxnSpMkLst>
        </pc:cxnChg>
        <pc:cxnChg chg="mod">
          <ac:chgData name="Guy Ray" userId="e04643c790329017" providerId="LiveId" clId="{81331041-E309-4D83-A0A0-8D03F70A0C66}" dt="2026-01-11T18:08:13.626" v="2002" actId="6549"/>
          <ac:cxnSpMkLst>
            <pc:docMk/>
            <pc:sldMk cId="3237725123" sldId="256"/>
            <ac:cxnSpMk id="60" creationId="{60365D43-B91B-427B-6361-647B41AF612A}"/>
          </ac:cxnSpMkLst>
        </pc:cxnChg>
        <pc:cxnChg chg="mod">
          <ac:chgData name="Guy Ray" userId="e04643c790329017" providerId="LiveId" clId="{81331041-E309-4D83-A0A0-8D03F70A0C66}" dt="2025-12-27T12:36:07.113" v="1876" actId="20577"/>
          <ac:cxnSpMkLst>
            <pc:docMk/>
            <pc:sldMk cId="3237725123" sldId="256"/>
            <ac:cxnSpMk id="64" creationId="{5A0B132C-71C8-6A02-A78B-1917C3C960BC}"/>
          </ac:cxnSpMkLst>
        </pc:cxnChg>
      </pc:sldChg>
      <pc:sldChg chg="addSp delSp modSp mod ord">
        <pc:chgData name="Guy Ray" userId="e04643c790329017" providerId="LiveId" clId="{81331041-E309-4D83-A0A0-8D03F70A0C66}" dt="2026-01-11T18:39:13.694" v="2276" actId="20577"/>
        <pc:sldMkLst>
          <pc:docMk/>
          <pc:sldMk cId="889269238" sldId="258"/>
        </pc:sldMkLst>
        <pc:spChg chg="add mod">
          <ac:chgData name="Guy Ray" userId="e04643c790329017" providerId="LiveId" clId="{81331041-E309-4D83-A0A0-8D03F70A0C66}" dt="2025-12-25T18:08:29.052" v="1348" actId="1035"/>
          <ac:spMkLst>
            <pc:docMk/>
            <pc:sldMk cId="889269238" sldId="258"/>
            <ac:spMk id="18" creationId="{CB6A8647-0DC8-5154-384B-502D8C9EA62C}"/>
          </ac:spMkLst>
        </pc:spChg>
        <pc:spChg chg="add mod">
          <ac:chgData name="Guy Ray" userId="e04643c790329017" providerId="LiveId" clId="{81331041-E309-4D83-A0A0-8D03F70A0C66}" dt="2025-12-25T18:08:29.052" v="1348" actId="1035"/>
          <ac:spMkLst>
            <pc:docMk/>
            <pc:sldMk cId="889269238" sldId="258"/>
            <ac:spMk id="20" creationId="{4482EBCF-F02E-6355-5830-B9353B533606}"/>
          </ac:spMkLst>
        </pc:spChg>
        <pc:spChg chg="add mod">
          <ac:chgData name="Guy Ray" userId="e04643c790329017" providerId="LiveId" clId="{81331041-E309-4D83-A0A0-8D03F70A0C66}" dt="2025-12-25T18:08:29.052" v="1348" actId="1035"/>
          <ac:spMkLst>
            <pc:docMk/>
            <pc:sldMk cId="889269238" sldId="258"/>
            <ac:spMk id="21" creationId="{02306139-CF35-1CC7-1EDA-6721B840BE59}"/>
          </ac:spMkLst>
        </pc:spChg>
        <pc:spChg chg="add mod">
          <ac:chgData name="Guy Ray" userId="e04643c790329017" providerId="LiveId" clId="{81331041-E309-4D83-A0A0-8D03F70A0C66}" dt="2025-12-25T18:08:29.052" v="1348" actId="1035"/>
          <ac:spMkLst>
            <pc:docMk/>
            <pc:sldMk cId="889269238" sldId="258"/>
            <ac:spMk id="22" creationId="{1048CD03-B540-D17F-15E6-D8849353853A}"/>
          </ac:spMkLst>
        </pc:spChg>
        <pc:spChg chg="add mod">
          <ac:chgData name="Guy Ray" userId="e04643c790329017" providerId="LiveId" clId="{81331041-E309-4D83-A0A0-8D03F70A0C66}" dt="2025-12-25T18:08:29.052" v="1348" actId="1035"/>
          <ac:spMkLst>
            <pc:docMk/>
            <pc:sldMk cId="889269238" sldId="258"/>
            <ac:spMk id="24" creationId="{D862293A-2C57-430F-9480-B10AFCD4D812}"/>
          </ac:spMkLst>
        </pc:spChg>
        <pc:spChg chg="add mod">
          <ac:chgData name="Guy Ray" userId="e04643c790329017" providerId="LiveId" clId="{81331041-E309-4D83-A0A0-8D03F70A0C66}" dt="2025-12-25T18:08:29.052" v="1348" actId="1035"/>
          <ac:spMkLst>
            <pc:docMk/>
            <pc:sldMk cId="889269238" sldId="258"/>
            <ac:spMk id="25" creationId="{C0F4ED97-CBA9-03A5-D074-C9B964C0A396}"/>
          </ac:spMkLst>
        </pc:spChg>
        <pc:spChg chg="add mod">
          <ac:chgData name="Guy Ray" userId="e04643c790329017" providerId="LiveId" clId="{81331041-E309-4D83-A0A0-8D03F70A0C66}" dt="2025-12-25T18:08:29.052" v="1348" actId="1035"/>
          <ac:spMkLst>
            <pc:docMk/>
            <pc:sldMk cId="889269238" sldId="258"/>
            <ac:spMk id="30" creationId="{151F0F23-078F-31CF-8346-B126ABF39744}"/>
          </ac:spMkLst>
        </pc:spChg>
        <pc:spChg chg="mod">
          <ac:chgData name="Guy Ray" userId="e04643c790329017" providerId="LiveId" clId="{81331041-E309-4D83-A0A0-8D03F70A0C66}" dt="2026-01-11T18:39:13.694" v="2276" actId="20577"/>
          <ac:spMkLst>
            <pc:docMk/>
            <pc:sldMk cId="889269238" sldId="258"/>
            <ac:spMk id="31" creationId="{55663145-B12B-ADB6-0A8D-6B2852D9A6C5}"/>
          </ac:spMkLst>
        </pc:spChg>
        <pc:spChg chg="add mod">
          <ac:chgData name="Guy Ray" userId="e04643c790329017" providerId="LiveId" clId="{81331041-E309-4D83-A0A0-8D03F70A0C66}" dt="2025-12-25T18:08:29.052" v="1348" actId="1035"/>
          <ac:spMkLst>
            <pc:docMk/>
            <pc:sldMk cId="889269238" sldId="258"/>
            <ac:spMk id="33" creationId="{04573DEC-C72E-71A1-4690-E92C15406851}"/>
          </ac:spMkLst>
        </pc:spChg>
        <pc:spChg chg="add mod">
          <ac:chgData name="Guy Ray" userId="e04643c790329017" providerId="LiveId" clId="{81331041-E309-4D83-A0A0-8D03F70A0C66}" dt="2026-01-11T18:07:32.173" v="1964" actId="20577"/>
          <ac:spMkLst>
            <pc:docMk/>
            <pc:sldMk cId="889269238" sldId="258"/>
            <ac:spMk id="40" creationId="{A3B9443B-3700-D7CB-27ED-FC4E9F7C6447}"/>
          </ac:spMkLst>
        </pc:spChg>
        <pc:spChg chg="add mod">
          <ac:chgData name="Guy Ray" userId="e04643c790329017" providerId="LiveId" clId="{81331041-E309-4D83-A0A0-8D03F70A0C66}" dt="2025-12-25T18:08:29.052" v="1348" actId="1035"/>
          <ac:spMkLst>
            <pc:docMk/>
            <pc:sldMk cId="889269238" sldId="258"/>
            <ac:spMk id="44" creationId="{7E2728A9-D838-C5A0-EBF8-E651D4A8DAB7}"/>
          </ac:spMkLst>
        </pc:spChg>
        <pc:spChg chg="mod">
          <ac:chgData name="Guy Ray" userId="e04643c790329017" providerId="LiveId" clId="{81331041-E309-4D83-A0A0-8D03F70A0C66}" dt="2025-12-25T07:09:31.781" v="133" actId="27636"/>
          <ac:spMkLst>
            <pc:docMk/>
            <pc:sldMk cId="889269238" sldId="258"/>
            <ac:spMk id="72" creationId="{0DEF0C84-2FED-9822-CC9F-E14CD3B882A3}"/>
          </ac:spMkLst>
        </pc:spChg>
        <pc:picChg chg="mod">
          <ac:chgData name="Guy Ray" userId="e04643c790329017" providerId="LiveId" clId="{81331041-E309-4D83-A0A0-8D03F70A0C66}" dt="2025-12-25T18:15:31.875" v="1349" actId="1076"/>
          <ac:picMkLst>
            <pc:docMk/>
            <pc:sldMk cId="889269238" sldId="258"/>
            <ac:picMk id="46" creationId="{F466E8B6-028F-9A71-0E21-3FE9E0C41497}"/>
          </ac:picMkLst>
        </pc:picChg>
        <pc:cxnChg chg="mod">
          <ac:chgData name="Guy Ray" userId="e04643c790329017" providerId="LiveId" clId="{81331041-E309-4D83-A0A0-8D03F70A0C66}" dt="2026-01-11T18:07:24.977" v="1962" actId="20577"/>
          <ac:cxnSpMkLst>
            <pc:docMk/>
            <pc:sldMk cId="889269238" sldId="258"/>
            <ac:cxnSpMk id="41" creationId="{23B00CE4-A727-022E-C6C5-CC98E6F49608}"/>
          </ac:cxnSpMkLst>
        </pc:cxnChg>
      </pc:sldChg>
      <pc:sldChg chg="addSp delSp modSp add mod ord">
        <pc:chgData name="Guy Ray" userId="e04643c790329017" providerId="LiveId" clId="{81331041-E309-4D83-A0A0-8D03F70A0C66}" dt="2026-01-11T18:41:57.942" v="2298" actId="14100"/>
        <pc:sldMkLst>
          <pc:docMk/>
          <pc:sldMk cId="2499462871" sldId="259"/>
        </pc:sldMkLst>
        <pc:spChg chg="add del">
          <ac:chgData name="Guy Ray" userId="e04643c790329017" providerId="LiveId" clId="{81331041-E309-4D83-A0A0-8D03F70A0C66}" dt="2026-01-11T18:11:23.220" v="2030" actId="22"/>
          <ac:spMkLst>
            <pc:docMk/>
            <pc:sldMk cId="2499462871" sldId="259"/>
            <ac:spMk id="3" creationId="{0F83F327-D4CF-EAA2-03A5-30304287B490}"/>
          </ac:spMkLst>
        </pc:spChg>
        <pc:spChg chg="mod">
          <ac:chgData name="Guy Ray" userId="e04643c790329017" providerId="LiveId" clId="{81331041-E309-4D83-A0A0-8D03F70A0C66}" dt="2026-01-11T18:41:23.680" v="2285" actId="20577"/>
          <ac:spMkLst>
            <pc:docMk/>
            <pc:sldMk cId="2499462871" sldId="259"/>
            <ac:spMk id="9" creationId="{07FB10E8-EDAF-A598-ADD2-4EE64F29323F}"/>
          </ac:spMkLst>
        </pc:spChg>
        <pc:spChg chg="add mod">
          <ac:chgData name="Guy Ray" userId="e04643c790329017" providerId="LiveId" clId="{81331041-E309-4D83-A0A0-8D03F70A0C66}" dt="2026-01-11T18:36:03.077" v="2231" actId="403"/>
          <ac:spMkLst>
            <pc:docMk/>
            <pc:sldMk cId="2499462871" sldId="259"/>
            <ac:spMk id="14" creationId="{C80EE1D6-E526-17D2-F1FC-3EC00DA37A2F}"/>
          </ac:spMkLst>
        </pc:spChg>
        <pc:spChg chg="mod">
          <ac:chgData name="Guy Ray" userId="e04643c790329017" providerId="LiveId" clId="{81331041-E309-4D83-A0A0-8D03F70A0C66}" dt="2026-01-11T18:36:14.311" v="2232" actId="20577"/>
          <ac:spMkLst>
            <pc:docMk/>
            <pc:sldMk cId="2499462871" sldId="259"/>
            <ac:spMk id="43" creationId="{014AAF2A-7FD1-9905-E605-1D489F7A115D}"/>
          </ac:spMkLst>
        </pc:spChg>
        <pc:spChg chg="mod">
          <ac:chgData name="Guy Ray" userId="e04643c790329017" providerId="LiveId" clId="{81331041-E309-4D83-A0A0-8D03F70A0C66}" dt="2026-01-11T18:38:41.025" v="2257" actId="313"/>
          <ac:spMkLst>
            <pc:docMk/>
            <pc:sldMk cId="2499462871" sldId="259"/>
            <ac:spMk id="72" creationId="{B0388802-F14F-7170-0E7E-B8CF5C141762}"/>
          </ac:spMkLst>
        </pc:spChg>
        <pc:picChg chg="add mod">
          <ac:chgData name="Guy Ray" userId="e04643c790329017" providerId="LiveId" clId="{81331041-E309-4D83-A0A0-8D03F70A0C66}" dt="2026-01-11T18:24:10.409" v="2188" actId="1036"/>
          <ac:picMkLst>
            <pc:docMk/>
            <pc:sldMk cId="2499462871" sldId="259"/>
            <ac:picMk id="17" creationId="{CF91A028-FAC3-BF70-B104-8D2CF2A42D80}"/>
          </ac:picMkLst>
        </pc:picChg>
        <pc:picChg chg="add mod">
          <ac:chgData name="Guy Ray" userId="e04643c790329017" providerId="LiveId" clId="{81331041-E309-4D83-A0A0-8D03F70A0C66}" dt="2026-01-11T18:38:01.331" v="2238" actId="1076"/>
          <ac:picMkLst>
            <pc:docMk/>
            <pc:sldMk cId="2499462871" sldId="259"/>
            <ac:picMk id="19" creationId="{DC8FB839-B23F-560F-0671-F83D29F11E01}"/>
          </ac:picMkLst>
        </pc:picChg>
        <pc:picChg chg="add del mod">
          <ac:chgData name="Guy Ray" userId="e04643c790329017" providerId="LiveId" clId="{81331041-E309-4D83-A0A0-8D03F70A0C66}" dt="2026-01-11T18:32:12.951" v="2205" actId="478"/>
          <ac:picMkLst>
            <pc:docMk/>
            <pc:sldMk cId="2499462871" sldId="259"/>
            <ac:picMk id="21" creationId="{22080E12-6B5D-BA2C-6EFF-B3AE8C06921E}"/>
          </ac:picMkLst>
        </pc:picChg>
        <pc:picChg chg="add mod">
          <ac:chgData name="Guy Ray" userId="e04643c790329017" providerId="LiveId" clId="{81331041-E309-4D83-A0A0-8D03F70A0C66}" dt="2026-01-11T18:38:01.868" v="2239" actId="1076"/>
          <ac:picMkLst>
            <pc:docMk/>
            <pc:sldMk cId="2499462871" sldId="259"/>
            <ac:picMk id="24" creationId="{72B8C1CC-3303-3312-4BD3-8AFB7B3F641F}"/>
          </ac:picMkLst>
        </pc:picChg>
        <pc:picChg chg="add mod">
          <ac:chgData name="Guy Ray" userId="e04643c790329017" providerId="LiveId" clId="{81331041-E309-4D83-A0A0-8D03F70A0C66}" dt="2026-01-11T18:41:57.942" v="2298" actId="14100"/>
          <ac:picMkLst>
            <pc:docMk/>
            <pc:sldMk cId="2499462871" sldId="259"/>
            <ac:picMk id="27" creationId="{13410962-DD9F-E250-251A-D17E8F0F228E}"/>
          </ac:picMkLst>
        </pc:picChg>
      </pc:sldChg>
      <pc:sldChg chg="modSp add del mod">
        <pc:chgData name="Guy Ray" userId="e04643c790329017" providerId="LiveId" clId="{81331041-E309-4D83-A0A0-8D03F70A0C66}" dt="2026-01-11T18:10:55.478" v="2019" actId="47"/>
        <pc:sldMkLst>
          <pc:docMk/>
          <pc:sldMk cId="3806408699" sldId="259"/>
        </pc:sldMkLst>
        <pc:spChg chg="mod">
          <ac:chgData name="Guy Ray" userId="e04643c790329017" providerId="LiveId" clId="{81331041-E309-4D83-A0A0-8D03F70A0C66}" dt="2026-01-11T18:08:47.720" v="2012" actId="20577"/>
          <ac:spMkLst>
            <pc:docMk/>
            <pc:sldMk cId="3806408699" sldId="259"/>
            <ac:spMk id="72" creationId="{A51F88FC-E08D-8B2E-0A2B-C0C899E88FC6}"/>
          </ac:spMkLst>
        </pc:spChg>
      </pc:sldChg>
      <pc:sldChg chg="modSp add del mod">
        <pc:chgData name="Guy Ray" userId="e04643c790329017" providerId="LiveId" clId="{81331041-E309-4D83-A0A0-8D03F70A0C66}" dt="2026-01-11T18:10:55.334" v="2018" actId="47"/>
        <pc:sldMkLst>
          <pc:docMk/>
          <pc:sldMk cId="3973998" sldId="260"/>
        </pc:sldMkLst>
        <pc:spChg chg="mod">
          <ac:chgData name="Guy Ray" userId="e04643c790329017" providerId="LiveId" clId="{81331041-E309-4D83-A0A0-8D03F70A0C66}" dt="2026-01-11T18:09:11.359" v="2017" actId="20577"/>
          <ac:spMkLst>
            <pc:docMk/>
            <pc:sldMk cId="3973998" sldId="260"/>
            <ac:spMk id="72" creationId="{1130A11B-DA39-ED0F-3E40-7F2662313AE5}"/>
          </ac:spMkLst>
        </pc:spChg>
      </pc:sldChg>
      <pc:sldChg chg="add del">
        <pc:chgData name="Guy Ray" userId="e04643c790329017" providerId="LiveId" clId="{81331041-E309-4D83-A0A0-8D03F70A0C66}" dt="2026-01-11T18:11:11.913" v="2028"/>
        <pc:sldMkLst>
          <pc:docMk/>
          <pc:sldMk cId="148172900" sldId="260"/>
        </pc:sldMkLst>
      </pc:sldChg>
      <pc:sldChg chg="add del">
        <pc:chgData name="Guy Ray" userId="e04643c790329017" providerId="LiveId" clId="{81331041-E309-4D83-A0A0-8D03F70A0C66}" dt="2026-01-11T18:38:22.676" v="2243"/>
        <pc:sldMkLst>
          <pc:docMk/>
          <pc:sldMk cId="989391036" sldId="260"/>
        </pc:sldMkLst>
      </pc:sldChg>
      <pc:sldChg chg="addSp delSp modSp add mod ord">
        <pc:chgData name="Guy Ray" userId="e04643c790329017" providerId="LiveId" clId="{81331041-E309-4D83-A0A0-8D03F70A0C66}" dt="2026-01-12T05:54:38.103" v="3668" actId="1076"/>
        <pc:sldMkLst>
          <pc:docMk/>
          <pc:sldMk cId="3834988858" sldId="260"/>
        </pc:sldMkLst>
        <pc:spChg chg="mod">
          <ac:chgData name="Guy Ray" userId="e04643c790329017" providerId="LiveId" clId="{81331041-E309-4D83-A0A0-8D03F70A0C66}" dt="2026-01-12T05:50:44.140" v="3655" actId="20577"/>
          <ac:spMkLst>
            <pc:docMk/>
            <pc:sldMk cId="3834988858" sldId="260"/>
            <ac:spMk id="72" creationId="{AF8B65C8-1048-2A75-10FA-DBF9E814F44D}"/>
          </ac:spMkLst>
        </pc:spChg>
        <pc:picChg chg="add del mod">
          <ac:chgData name="Guy Ray" userId="e04643c790329017" providerId="LiveId" clId="{81331041-E309-4D83-A0A0-8D03F70A0C66}" dt="2026-01-12T05:47:02.889" v="3623" actId="478"/>
          <ac:picMkLst>
            <pc:docMk/>
            <pc:sldMk cId="3834988858" sldId="260"/>
            <ac:picMk id="3" creationId="{72A2374E-5FE2-3945-DE03-E1D0C8656E87}"/>
          </ac:picMkLst>
        </pc:picChg>
        <pc:picChg chg="add del mod">
          <ac:chgData name="Guy Ray" userId="e04643c790329017" providerId="LiveId" clId="{81331041-E309-4D83-A0A0-8D03F70A0C66}" dt="2026-01-12T05:49:41.839" v="3647" actId="478"/>
          <ac:picMkLst>
            <pc:docMk/>
            <pc:sldMk cId="3834988858" sldId="260"/>
            <ac:picMk id="4" creationId="{DE8F70F1-0AAD-586C-F3A7-F822ECEBA348}"/>
          </ac:picMkLst>
        </pc:picChg>
        <pc:picChg chg="add del mod">
          <ac:chgData name="Guy Ray" userId="e04643c790329017" providerId="LiveId" clId="{81331041-E309-4D83-A0A0-8D03F70A0C66}" dt="2026-01-12T05:54:30.816" v="3667" actId="478"/>
          <ac:picMkLst>
            <pc:docMk/>
            <pc:sldMk cId="3834988858" sldId="260"/>
            <ac:picMk id="5" creationId="{A6316650-6020-5EA3-8AA2-E3F5B8809E73}"/>
          </ac:picMkLst>
        </pc:picChg>
        <pc:picChg chg="add del mod">
          <ac:chgData name="Guy Ray" userId="e04643c790329017" providerId="LiveId" clId="{81331041-E309-4D83-A0A0-8D03F70A0C66}" dt="2026-01-12T05:52:49.917" v="3656" actId="478"/>
          <ac:picMkLst>
            <pc:docMk/>
            <pc:sldMk cId="3834988858" sldId="260"/>
            <ac:picMk id="7" creationId="{F3B2A684-6389-706B-A1B8-9975E60DCC8C}"/>
          </ac:picMkLst>
        </pc:picChg>
        <pc:picChg chg="add mod">
          <ac:chgData name="Guy Ray" userId="e04643c790329017" providerId="LiveId" clId="{81331041-E309-4D83-A0A0-8D03F70A0C66}" dt="2026-01-12T05:53:05.911" v="3665" actId="1076"/>
          <ac:picMkLst>
            <pc:docMk/>
            <pc:sldMk cId="3834988858" sldId="260"/>
            <ac:picMk id="9" creationId="{F45CF8AB-9341-4BCA-988B-3ED7B4E53E14}"/>
          </ac:picMkLst>
        </pc:picChg>
        <pc:picChg chg="add mod">
          <ac:chgData name="Guy Ray" userId="e04643c790329017" providerId="LiveId" clId="{81331041-E309-4D83-A0A0-8D03F70A0C66}" dt="2026-01-12T05:54:38.103" v="3668" actId="1076"/>
          <ac:picMkLst>
            <pc:docMk/>
            <pc:sldMk cId="3834988858" sldId="260"/>
            <ac:picMk id="11" creationId="{9FBE9B42-572B-7A23-2EB8-DDF008C63024}"/>
          </ac:picMkLst>
        </pc:picChg>
      </pc:sldChg>
      <pc:sldChg chg="addSp delSp modSp add mod">
        <pc:chgData name="Guy Ray" userId="e04643c790329017" providerId="LiveId" clId="{81331041-E309-4D83-A0A0-8D03F70A0C66}" dt="2026-01-11T19:17:43.978" v="3353" actId="207"/>
        <pc:sldMkLst>
          <pc:docMk/>
          <pc:sldMk cId="2023319756" sldId="261"/>
        </pc:sldMkLst>
        <pc:spChg chg="add mod">
          <ac:chgData name="Guy Ray" userId="e04643c790329017" providerId="LiveId" clId="{81331041-E309-4D83-A0A0-8D03F70A0C66}" dt="2026-01-11T19:17:13.160" v="3352" actId="1036"/>
          <ac:spMkLst>
            <pc:docMk/>
            <pc:sldMk cId="2023319756" sldId="261"/>
            <ac:spMk id="4" creationId="{041F0CA8-DE6F-FD48-FCBF-D7BE66A3CB4D}"/>
          </ac:spMkLst>
        </pc:spChg>
        <pc:spChg chg="add mod">
          <ac:chgData name="Guy Ray" userId="e04643c790329017" providerId="LiveId" clId="{81331041-E309-4D83-A0A0-8D03F70A0C66}" dt="2026-01-11T19:17:43.978" v="3353" actId="207"/>
          <ac:spMkLst>
            <pc:docMk/>
            <pc:sldMk cId="2023319756" sldId="261"/>
            <ac:spMk id="6" creationId="{9A1166D9-FD53-B08F-2ACB-353FEE93ECBD}"/>
          </ac:spMkLst>
        </pc:spChg>
        <pc:spChg chg="add mod">
          <ac:chgData name="Guy Ray" userId="e04643c790329017" providerId="LiveId" clId="{81331041-E309-4D83-A0A0-8D03F70A0C66}" dt="2026-01-11T19:17:13.160" v="3352" actId="1036"/>
          <ac:spMkLst>
            <pc:docMk/>
            <pc:sldMk cId="2023319756" sldId="261"/>
            <ac:spMk id="7" creationId="{2A481A30-F7AF-3666-88E3-11310BCF985A}"/>
          </ac:spMkLst>
        </pc:spChg>
        <pc:spChg chg="add mod">
          <ac:chgData name="Guy Ray" userId="e04643c790329017" providerId="LiveId" clId="{81331041-E309-4D83-A0A0-8D03F70A0C66}" dt="2026-01-11T19:17:13.160" v="3352" actId="1036"/>
          <ac:spMkLst>
            <pc:docMk/>
            <pc:sldMk cId="2023319756" sldId="261"/>
            <ac:spMk id="8" creationId="{7C2174AD-95CD-3A93-0987-6E8DBDCC318F}"/>
          </ac:spMkLst>
        </pc:spChg>
        <pc:spChg chg="add mod">
          <ac:chgData name="Guy Ray" userId="e04643c790329017" providerId="LiveId" clId="{81331041-E309-4D83-A0A0-8D03F70A0C66}" dt="2026-01-11T19:17:13.160" v="3352" actId="1036"/>
          <ac:spMkLst>
            <pc:docMk/>
            <pc:sldMk cId="2023319756" sldId="261"/>
            <ac:spMk id="9" creationId="{CCEBC2C4-056E-6116-A922-31403EC22289}"/>
          </ac:spMkLst>
        </pc:spChg>
        <pc:spChg chg="add del">
          <ac:chgData name="Guy Ray" userId="e04643c790329017" providerId="LiveId" clId="{81331041-E309-4D83-A0A0-8D03F70A0C66}" dt="2026-01-11T19:02:39.598" v="3024" actId="22"/>
          <ac:spMkLst>
            <pc:docMk/>
            <pc:sldMk cId="2023319756" sldId="261"/>
            <ac:spMk id="11" creationId="{26036D5F-C823-523F-DAFF-376E21501C85}"/>
          </ac:spMkLst>
        </pc:spChg>
        <pc:spChg chg="del">
          <ac:chgData name="Guy Ray" userId="e04643c790329017" providerId="LiveId" clId="{81331041-E309-4D83-A0A0-8D03F70A0C66}" dt="2026-01-11T18:49:04.625" v="2355" actId="478"/>
          <ac:spMkLst>
            <pc:docMk/>
            <pc:sldMk cId="2023319756" sldId="261"/>
            <ac:spMk id="18" creationId="{E35EDD1C-1950-D788-AF25-A33241A9214E}"/>
          </ac:spMkLst>
        </pc:spChg>
        <pc:spChg chg="del">
          <ac:chgData name="Guy Ray" userId="e04643c790329017" providerId="LiveId" clId="{81331041-E309-4D83-A0A0-8D03F70A0C66}" dt="2026-01-11T18:49:07.315" v="2356" actId="478"/>
          <ac:spMkLst>
            <pc:docMk/>
            <pc:sldMk cId="2023319756" sldId="261"/>
            <ac:spMk id="20" creationId="{46F1E7C4-EAA4-79D1-2EF8-135A1A4BB650}"/>
          </ac:spMkLst>
        </pc:spChg>
        <pc:spChg chg="del">
          <ac:chgData name="Guy Ray" userId="e04643c790329017" providerId="LiveId" clId="{81331041-E309-4D83-A0A0-8D03F70A0C66}" dt="2026-01-11T18:49:07.315" v="2356" actId="478"/>
          <ac:spMkLst>
            <pc:docMk/>
            <pc:sldMk cId="2023319756" sldId="261"/>
            <ac:spMk id="21" creationId="{4C475FE6-2049-9AB3-8EAB-2B228DF762C2}"/>
          </ac:spMkLst>
        </pc:spChg>
        <pc:spChg chg="del">
          <ac:chgData name="Guy Ray" userId="e04643c790329017" providerId="LiveId" clId="{81331041-E309-4D83-A0A0-8D03F70A0C66}" dt="2026-01-11T18:49:04.625" v="2355" actId="478"/>
          <ac:spMkLst>
            <pc:docMk/>
            <pc:sldMk cId="2023319756" sldId="261"/>
            <ac:spMk id="22" creationId="{0508DDBD-1214-DD21-869B-9B2EEF3578CF}"/>
          </ac:spMkLst>
        </pc:spChg>
        <pc:spChg chg="del">
          <ac:chgData name="Guy Ray" userId="e04643c790329017" providerId="LiveId" clId="{81331041-E309-4D83-A0A0-8D03F70A0C66}" dt="2026-01-11T18:49:04.625" v="2355" actId="478"/>
          <ac:spMkLst>
            <pc:docMk/>
            <pc:sldMk cId="2023319756" sldId="261"/>
            <ac:spMk id="24" creationId="{B87ED655-4E65-2284-AD84-D90CEBC826C7}"/>
          </ac:spMkLst>
        </pc:spChg>
        <pc:spChg chg="del">
          <ac:chgData name="Guy Ray" userId="e04643c790329017" providerId="LiveId" clId="{81331041-E309-4D83-A0A0-8D03F70A0C66}" dt="2026-01-11T18:49:04.625" v="2355" actId="478"/>
          <ac:spMkLst>
            <pc:docMk/>
            <pc:sldMk cId="2023319756" sldId="261"/>
            <ac:spMk id="25" creationId="{DBA8F9FD-A4A9-03B8-F6AE-047918F2E006}"/>
          </ac:spMkLst>
        </pc:spChg>
        <pc:spChg chg="del">
          <ac:chgData name="Guy Ray" userId="e04643c790329017" providerId="LiveId" clId="{81331041-E309-4D83-A0A0-8D03F70A0C66}" dt="2026-01-11T18:49:07.315" v="2356" actId="478"/>
          <ac:spMkLst>
            <pc:docMk/>
            <pc:sldMk cId="2023319756" sldId="261"/>
            <ac:spMk id="30" creationId="{0307409B-3F5D-B901-8DE7-6E6B54F03749}"/>
          </ac:spMkLst>
        </pc:spChg>
        <pc:spChg chg="del">
          <ac:chgData name="Guy Ray" userId="e04643c790329017" providerId="LiveId" clId="{81331041-E309-4D83-A0A0-8D03F70A0C66}" dt="2026-01-11T18:49:04.625" v="2355" actId="478"/>
          <ac:spMkLst>
            <pc:docMk/>
            <pc:sldMk cId="2023319756" sldId="261"/>
            <ac:spMk id="31" creationId="{F00D0CEA-A5FF-6E5D-6CBF-C4F7CEECB6F9}"/>
          </ac:spMkLst>
        </pc:spChg>
        <pc:spChg chg="del">
          <ac:chgData name="Guy Ray" userId="e04643c790329017" providerId="LiveId" clId="{81331041-E309-4D83-A0A0-8D03F70A0C66}" dt="2026-01-11T18:49:07.315" v="2356" actId="478"/>
          <ac:spMkLst>
            <pc:docMk/>
            <pc:sldMk cId="2023319756" sldId="261"/>
            <ac:spMk id="33" creationId="{CFB1788A-5C39-661C-BFE5-B3BAA485AB26}"/>
          </ac:spMkLst>
        </pc:spChg>
        <pc:spChg chg="del">
          <ac:chgData name="Guy Ray" userId="e04643c790329017" providerId="LiveId" clId="{81331041-E309-4D83-A0A0-8D03F70A0C66}" dt="2026-01-11T18:49:04.625" v="2355" actId="478"/>
          <ac:spMkLst>
            <pc:docMk/>
            <pc:sldMk cId="2023319756" sldId="261"/>
            <ac:spMk id="39" creationId="{32D21689-F997-F3CB-B50D-2C5CFBB5F1D5}"/>
          </ac:spMkLst>
        </pc:spChg>
        <pc:spChg chg="del">
          <ac:chgData name="Guy Ray" userId="e04643c790329017" providerId="LiveId" clId="{81331041-E309-4D83-A0A0-8D03F70A0C66}" dt="2026-01-11T18:49:04.625" v="2355" actId="478"/>
          <ac:spMkLst>
            <pc:docMk/>
            <pc:sldMk cId="2023319756" sldId="261"/>
            <ac:spMk id="40" creationId="{822ACBD9-2394-6321-9101-8A04A289321B}"/>
          </ac:spMkLst>
        </pc:spChg>
        <pc:spChg chg="del">
          <ac:chgData name="Guy Ray" userId="e04643c790329017" providerId="LiveId" clId="{81331041-E309-4D83-A0A0-8D03F70A0C66}" dt="2026-01-11T18:49:04.625" v="2355" actId="478"/>
          <ac:spMkLst>
            <pc:docMk/>
            <pc:sldMk cId="2023319756" sldId="261"/>
            <ac:spMk id="44" creationId="{69DCF0A1-7DC8-AD66-3F0E-3911A73B4726}"/>
          </ac:spMkLst>
        </pc:spChg>
        <pc:spChg chg="mod">
          <ac:chgData name="Guy Ray" userId="e04643c790329017" providerId="LiveId" clId="{81331041-E309-4D83-A0A0-8D03F70A0C66}" dt="2026-01-11T18:59:39.541" v="2922" actId="20577"/>
          <ac:spMkLst>
            <pc:docMk/>
            <pc:sldMk cId="2023319756" sldId="261"/>
            <ac:spMk id="72" creationId="{C228CC64-F9FE-DAC9-19B2-357A69C02BD6}"/>
          </ac:spMkLst>
        </pc:spChg>
        <pc:picChg chg="del">
          <ac:chgData name="Guy Ray" userId="e04643c790329017" providerId="LiveId" clId="{81331041-E309-4D83-A0A0-8D03F70A0C66}" dt="2026-01-11T18:49:07.315" v="2356" actId="478"/>
          <ac:picMkLst>
            <pc:docMk/>
            <pc:sldMk cId="2023319756" sldId="261"/>
            <ac:picMk id="5" creationId="{128135A7-F533-D2EE-8455-32F3C67A5140}"/>
          </ac:picMkLst>
        </pc:picChg>
        <pc:picChg chg="del">
          <ac:chgData name="Guy Ray" userId="e04643c790329017" providerId="LiveId" clId="{81331041-E309-4D83-A0A0-8D03F70A0C66}" dt="2026-01-11T18:49:04.625" v="2355" actId="478"/>
          <ac:picMkLst>
            <pc:docMk/>
            <pc:sldMk cId="2023319756" sldId="261"/>
            <ac:picMk id="45" creationId="{6D8175C8-94E0-74F4-4A11-9FEBB48355F9}"/>
          </ac:picMkLst>
        </pc:picChg>
        <pc:picChg chg="del">
          <ac:chgData name="Guy Ray" userId="e04643c790329017" providerId="LiveId" clId="{81331041-E309-4D83-A0A0-8D03F70A0C66}" dt="2026-01-11T18:49:04.625" v="2355" actId="478"/>
          <ac:picMkLst>
            <pc:docMk/>
            <pc:sldMk cId="2023319756" sldId="261"/>
            <ac:picMk id="46" creationId="{D30451DD-2E64-754E-ACFB-CBC044C1C4B7}"/>
          </ac:picMkLst>
        </pc:picChg>
        <pc:cxnChg chg="del mod">
          <ac:chgData name="Guy Ray" userId="e04643c790329017" providerId="LiveId" clId="{81331041-E309-4D83-A0A0-8D03F70A0C66}" dt="2026-01-11T18:49:07.315" v="2356" actId="478"/>
          <ac:cxnSpMkLst>
            <pc:docMk/>
            <pc:sldMk cId="2023319756" sldId="261"/>
            <ac:cxnSpMk id="29" creationId="{5FF8ADA5-FABD-FA85-5483-496B8B0D905B}"/>
          </ac:cxnSpMkLst>
        </pc:cxnChg>
        <pc:cxnChg chg="del mod">
          <ac:chgData name="Guy Ray" userId="e04643c790329017" providerId="LiveId" clId="{81331041-E309-4D83-A0A0-8D03F70A0C66}" dt="2026-01-11T18:49:07.315" v="2356" actId="478"/>
          <ac:cxnSpMkLst>
            <pc:docMk/>
            <pc:sldMk cId="2023319756" sldId="261"/>
            <ac:cxnSpMk id="34" creationId="{4C068760-C3D5-337C-E15C-1A5E47500E45}"/>
          </ac:cxnSpMkLst>
        </pc:cxnChg>
        <pc:cxnChg chg="del mod">
          <ac:chgData name="Guy Ray" userId="e04643c790329017" providerId="LiveId" clId="{81331041-E309-4D83-A0A0-8D03F70A0C66}" dt="2026-01-11T18:49:07.315" v="2356" actId="478"/>
          <ac:cxnSpMkLst>
            <pc:docMk/>
            <pc:sldMk cId="2023319756" sldId="261"/>
            <ac:cxnSpMk id="35" creationId="{F90A8487-6376-2336-214C-01A6C4BBDED4}"/>
          </ac:cxnSpMkLst>
        </pc:cxnChg>
      </pc:sldChg>
      <pc:sldChg chg="addSp delSp modSp add mod">
        <pc:chgData name="Guy Ray" userId="e04643c790329017" providerId="LiveId" clId="{81331041-E309-4D83-A0A0-8D03F70A0C66}" dt="2026-01-12T05:28:57.817" v="3490" actId="1076"/>
        <pc:sldMkLst>
          <pc:docMk/>
          <pc:sldMk cId="2648202317" sldId="262"/>
        </pc:sldMkLst>
        <pc:spChg chg="del">
          <ac:chgData name="Guy Ray" userId="e04643c790329017" providerId="LiveId" clId="{81331041-E309-4D83-A0A0-8D03F70A0C66}" dt="2026-01-11T19:04:54.260" v="3040" actId="478"/>
          <ac:spMkLst>
            <pc:docMk/>
            <pc:sldMk cId="2648202317" sldId="262"/>
            <ac:spMk id="4" creationId="{75723669-267A-D678-FA7C-5BE8F5840FF2}"/>
          </ac:spMkLst>
        </pc:spChg>
        <pc:spChg chg="del">
          <ac:chgData name="Guy Ray" userId="e04643c790329017" providerId="LiveId" clId="{81331041-E309-4D83-A0A0-8D03F70A0C66}" dt="2026-01-11T19:04:55.518" v="3041" actId="478"/>
          <ac:spMkLst>
            <pc:docMk/>
            <pc:sldMk cId="2648202317" sldId="262"/>
            <ac:spMk id="6" creationId="{64B244AB-EF7D-DA45-C84C-282EC1ED7983}"/>
          </ac:spMkLst>
        </pc:spChg>
        <pc:spChg chg="del">
          <ac:chgData name="Guy Ray" userId="e04643c790329017" providerId="LiveId" clId="{81331041-E309-4D83-A0A0-8D03F70A0C66}" dt="2026-01-11T19:04:56.586" v="3042" actId="478"/>
          <ac:spMkLst>
            <pc:docMk/>
            <pc:sldMk cId="2648202317" sldId="262"/>
            <ac:spMk id="7" creationId="{6FA16D5B-E5C6-AAE9-1012-128EC2222306}"/>
          </ac:spMkLst>
        </pc:spChg>
        <pc:spChg chg="del">
          <ac:chgData name="Guy Ray" userId="e04643c790329017" providerId="LiveId" clId="{81331041-E309-4D83-A0A0-8D03F70A0C66}" dt="2026-01-11T19:04:58.674" v="3043" actId="478"/>
          <ac:spMkLst>
            <pc:docMk/>
            <pc:sldMk cId="2648202317" sldId="262"/>
            <ac:spMk id="8" creationId="{45B090E9-38A5-ED59-E697-FB24155EFAC0}"/>
          </ac:spMkLst>
        </pc:spChg>
        <pc:spChg chg="del">
          <ac:chgData name="Guy Ray" userId="e04643c790329017" providerId="LiveId" clId="{81331041-E309-4D83-A0A0-8D03F70A0C66}" dt="2026-01-11T19:04:59.802" v="3044" actId="478"/>
          <ac:spMkLst>
            <pc:docMk/>
            <pc:sldMk cId="2648202317" sldId="262"/>
            <ac:spMk id="9" creationId="{30C988BE-4539-B0C3-9D16-22C8DD63B043}"/>
          </ac:spMkLst>
        </pc:spChg>
        <pc:spChg chg="add mod">
          <ac:chgData name="Guy Ray" userId="e04643c790329017" providerId="LiveId" clId="{81331041-E309-4D83-A0A0-8D03F70A0C66}" dt="2026-01-12T05:28:57.817" v="3490" actId="1076"/>
          <ac:spMkLst>
            <pc:docMk/>
            <pc:sldMk cId="2648202317" sldId="262"/>
            <ac:spMk id="17" creationId="{146D6559-6586-8ECA-D707-FC8C5CB7B9DA}"/>
          </ac:spMkLst>
        </pc:spChg>
        <pc:spChg chg="add del mod">
          <ac:chgData name="Guy Ray" userId="e04643c790329017" providerId="LiveId" clId="{81331041-E309-4D83-A0A0-8D03F70A0C66}" dt="2026-01-11T19:14:12.044" v="3195" actId="478"/>
          <ac:spMkLst>
            <pc:docMk/>
            <pc:sldMk cId="2648202317" sldId="262"/>
            <ac:spMk id="18" creationId="{F315826A-3000-A472-539A-87E378131F49}"/>
          </ac:spMkLst>
        </pc:spChg>
        <pc:spChg chg="mod">
          <ac:chgData name="Guy Ray" userId="e04643c790329017" providerId="LiveId" clId="{81331041-E309-4D83-A0A0-8D03F70A0C66}" dt="2026-01-11T19:02:49.964" v="3039" actId="20577"/>
          <ac:spMkLst>
            <pc:docMk/>
            <pc:sldMk cId="2648202317" sldId="262"/>
            <ac:spMk id="72" creationId="{FAE8B685-AE3B-0F5F-8CE0-5F99C1DD169A}"/>
          </ac:spMkLst>
        </pc:spChg>
        <pc:picChg chg="add mod">
          <ac:chgData name="Guy Ray" userId="e04643c790329017" providerId="LiveId" clId="{81331041-E309-4D83-A0A0-8D03F70A0C66}" dt="2026-01-11T19:12:52.960" v="3147" actId="1076"/>
          <ac:picMkLst>
            <pc:docMk/>
            <pc:sldMk cId="2648202317" sldId="262"/>
            <ac:picMk id="3" creationId="{DA1BB7A5-6ECD-13EE-6AA5-3A955780F908}"/>
          </ac:picMkLst>
        </pc:picChg>
        <pc:picChg chg="add del">
          <ac:chgData name="Guy Ray" userId="e04643c790329017" providerId="LiveId" clId="{81331041-E309-4D83-A0A0-8D03F70A0C66}" dt="2026-01-11T19:06:49.601" v="3050" actId="22"/>
          <ac:picMkLst>
            <pc:docMk/>
            <pc:sldMk cId="2648202317" sldId="262"/>
            <ac:picMk id="10" creationId="{0FE6CD32-4D66-EB49-BDDF-9C4B85A6CC13}"/>
          </ac:picMkLst>
        </pc:picChg>
        <pc:picChg chg="add mod">
          <ac:chgData name="Guy Ray" userId="e04643c790329017" providerId="LiveId" clId="{81331041-E309-4D83-A0A0-8D03F70A0C66}" dt="2026-01-11T19:07:40.970" v="3059" actId="14100"/>
          <ac:picMkLst>
            <pc:docMk/>
            <pc:sldMk cId="2648202317" sldId="262"/>
            <ac:picMk id="12" creationId="{773CDA28-730E-3B71-BBE1-724DF78B86FE}"/>
          </ac:picMkLst>
        </pc:picChg>
        <pc:picChg chg="add mod">
          <ac:chgData name="Guy Ray" userId="e04643c790329017" providerId="LiveId" clId="{81331041-E309-4D83-A0A0-8D03F70A0C66}" dt="2026-01-11T19:12:06.295" v="3083" actId="1076"/>
          <ac:picMkLst>
            <pc:docMk/>
            <pc:sldMk cId="2648202317" sldId="262"/>
            <ac:picMk id="14" creationId="{F4207929-6C1C-A19D-11A5-607C8DECEE28}"/>
          </ac:picMkLst>
        </pc:picChg>
        <pc:picChg chg="add mod">
          <ac:chgData name="Guy Ray" userId="e04643c790329017" providerId="LiveId" clId="{81331041-E309-4D83-A0A0-8D03F70A0C66}" dt="2026-01-11T19:12:09.353" v="3084" actId="1076"/>
          <ac:picMkLst>
            <pc:docMk/>
            <pc:sldMk cId="2648202317" sldId="262"/>
            <ac:picMk id="16" creationId="{296D310C-AC8F-A4F5-9F4F-89F5AC4F6DD3}"/>
          </ac:picMkLst>
        </pc:picChg>
      </pc:sldChg>
      <pc:sldChg chg="addSp delSp modSp add mod">
        <pc:chgData name="Guy Ray" userId="e04643c790329017" providerId="LiveId" clId="{81331041-E309-4D83-A0A0-8D03F70A0C66}" dt="2026-01-12T05:34:23.223" v="3512" actId="20577"/>
        <pc:sldMkLst>
          <pc:docMk/>
          <pc:sldMk cId="2997735870" sldId="263"/>
        </pc:sldMkLst>
        <pc:spChg chg="del">
          <ac:chgData name="Guy Ray" userId="e04643c790329017" providerId="LiveId" clId="{81331041-E309-4D83-A0A0-8D03F70A0C66}" dt="2026-01-11T19:19:24.200" v="3420" actId="478"/>
          <ac:spMkLst>
            <pc:docMk/>
            <pc:sldMk cId="2997735870" sldId="263"/>
            <ac:spMk id="17" creationId="{ABE0E811-0589-1845-BC89-2690C9E6F866}"/>
          </ac:spMkLst>
        </pc:spChg>
        <pc:spChg chg="mod">
          <ac:chgData name="Guy Ray" userId="e04643c790329017" providerId="LiveId" clId="{81331041-E309-4D83-A0A0-8D03F70A0C66}" dt="2026-01-12T05:34:23.223" v="3512" actId="20577"/>
          <ac:spMkLst>
            <pc:docMk/>
            <pc:sldMk cId="2997735870" sldId="263"/>
            <ac:spMk id="72" creationId="{297FCD72-4F3C-7168-8498-324748D4ACD6}"/>
          </ac:spMkLst>
        </pc:spChg>
        <pc:picChg chg="del">
          <ac:chgData name="Guy Ray" userId="e04643c790329017" providerId="LiveId" clId="{81331041-E309-4D83-A0A0-8D03F70A0C66}" dt="2026-01-11T19:19:20.373" v="3416" actId="478"/>
          <ac:picMkLst>
            <pc:docMk/>
            <pc:sldMk cId="2997735870" sldId="263"/>
            <ac:picMk id="3" creationId="{31A2FC24-9175-6034-F489-D33BC932B46D}"/>
          </ac:picMkLst>
        </pc:picChg>
        <pc:picChg chg="del">
          <ac:chgData name="Guy Ray" userId="e04643c790329017" providerId="LiveId" clId="{81331041-E309-4D83-A0A0-8D03F70A0C66}" dt="2026-01-11T19:19:21.140" v="3417" actId="478"/>
          <ac:picMkLst>
            <pc:docMk/>
            <pc:sldMk cId="2997735870" sldId="263"/>
            <ac:picMk id="12" creationId="{A3D5E40E-EE54-556C-F9FA-9F686C0960F1}"/>
          </ac:picMkLst>
        </pc:picChg>
        <pc:picChg chg="del">
          <ac:chgData name="Guy Ray" userId="e04643c790329017" providerId="LiveId" clId="{81331041-E309-4D83-A0A0-8D03F70A0C66}" dt="2026-01-11T19:19:22.069" v="3418" actId="478"/>
          <ac:picMkLst>
            <pc:docMk/>
            <pc:sldMk cId="2997735870" sldId="263"/>
            <ac:picMk id="14" creationId="{D3E2AE00-62EA-8313-4D7C-8A3FE5E1D934}"/>
          </ac:picMkLst>
        </pc:picChg>
        <pc:picChg chg="del">
          <ac:chgData name="Guy Ray" userId="e04643c790329017" providerId="LiveId" clId="{81331041-E309-4D83-A0A0-8D03F70A0C66}" dt="2026-01-11T19:19:22.727" v="3419" actId="478"/>
          <ac:picMkLst>
            <pc:docMk/>
            <pc:sldMk cId="2997735870" sldId="263"/>
            <ac:picMk id="16" creationId="{4FED5CD6-0646-9C8B-E3B3-A01A558B0112}"/>
          </ac:picMkLst>
        </pc:picChg>
        <pc:picChg chg="add mod">
          <ac:chgData name="Guy Ray" userId="e04643c790329017" providerId="LiveId" clId="{81331041-E309-4D83-A0A0-8D03F70A0C66}" dt="2026-01-12T05:34:00.290" v="3506" actId="1076"/>
          <ac:picMkLst>
            <pc:docMk/>
            <pc:sldMk cId="2997735870" sldId="263"/>
            <ac:picMk id="1026" creationId="{3B5D5540-FA05-1BFB-5D48-387BD5104925}"/>
          </ac:picMkLst>
        </pc:picChg>
        <pc:picChg chg="add mod">
          <ac:chgData name="Guy Ray" userId="e04643c790329017" providerId="LiveId" clId="{81331041-E309-4D83-A0A0-8D03F70A0C66}" dt="2026-01-12T05:32:49.875" v="3496" actId="1076"/>
          <ac:picMkLst>
            <pc:docMk/>
            <pc:sldMk cId="2997735870" sldId="263"/>
            <ac:picMk id="1028" creationId="{778E39FD-F1AD-11C6-FD6A-BB5FC6870845}"/>
          </ac:picMkLst>
        </pc:picChg>
        <pc:picChg chg="add mod">
          <ac:chgData name="Guy Ray" userId="e04643c790329017" providerId="LiveId" clId="{81331041-E309-4D83-A0A0-8D03F70A0C66}" dt="2026-01-12T05:34:12.587" v="3508" actId="14100"/>
          <ac:picMkLst>
            <pc:docMk/>
            <pc:sldMk cId="2997735870" sldId="263"/>
            <ac:picMk id="1030" creationId="{54B78935-50DA-F33D-5D6B-019CA0B7C912}"/>
          </ac:picMkLst>
        </pc:picChg>
      </pc:sldChg>
      <pc:sldChg chg="modSp add del mod">
        <pc:chgData name="Guy Ray" userId="e04643c790329017" providerId="LiveId" clId="{81331041-E309-4D83-A0A0-8D03F70A0C66}" dt="2026-01-12T05:44:04.587" v="3613" actId="47"/>
        <pc:sldMkLst>
          <pc:docMk/>
          <pc:sldMk cId="2364014476" sldId="264"/>
        </pc:sldMkLst>
        <pc:spChg chg="mod">
          <ac:chgData name="Guy Ray" userId="e04643c790329017" providerId="LiveId" clId="{81331041-E309-4D83-A0A0-8D03F70A0C66}" dt="2026-01-11T19:20:09.507" v="3468" actId="20577"/>
          <ac:spMkLst>
            <pc:docMk/>
            <pc:sldMk cId="2364014476" sldId="264"/>
            <ac:spMk id="72" creationId="{9EB4E142-6E5B-1DF7-1929-423CC40F392A}"/>
          </ac:spMkLst>
        </pc:spChg>
      </pc:sldChg>
      <pc:sldChg chg="addSp delSp modSp add mod ord">
        <pc:chgData name="Guy Ray" userId="e04643c790329017" providerId="LiveId" clId="{81331041-E309-4D83-A0A0-8D03F70A0C66}" dt="2026-01-12T05:38:28.624" v="3539"/>
        <pc:sldMkLst>
          <pc:docMk/>
          <pc:sldMk cId="3597412187" sldId="265"/>
        </pc:sldMkLst>
        <pc:spChg chg="mod">
          <ac:chgData name="Guy Ray" userId="e04643c790329017" providerId="LiveId" clId="{81331041-E309-4D83-A0A0-8D03F70A0C66}" dt="2026-01-12T05:35:55.477" v="3521" actId="20577"/>
          <ac:spMkLst>
            <pc:docMk/>
            <pc:sldMk cId="3597412187" sldId="265"/>
            <ac:spMk id="72" creationId="{BC8DADA9-5F6F-90E9-CCCB-552036AEBDE6}"/>
          </ac:spMkLst>
        </pc:spChg>
        <pc:picChg chg="del">
          <ac:chgData name="Guy Ray" userId="e04643c790329017" providerId="LiveId" clId="{81331041-E309-4D83-A0A0-8D03F70A0C66}" dt="2026-01-12T05:36:35.948" v="3529" actId="478"/>
          <ac:picMkLst>
            <pc:docMk/>
            <pc:sldMk cId="3597412187" sldId="265"/>
            <ac:picMk id="1026" creationId="{E9D13E1C-568C-0972-C23E-D87E88B94893}"/>
          </ac:picMkLst>
        </pc:picChg>
        <pc:picChg chg="del">
          <ac:chgData name="Guy Ray" userId="e04643c790329017" providerId="LiveId" clId="{81331041-E309-4D83-A0A0-8D03F70A0C66}" dt="2026-01-12T05:37:38.321" v="3537" actId="478"/>
          <ac:picMkLst>
            <pc:docMk/>
            <pc:sldMk cId="3597412187" sldId="265"/>
            <ac:picMk id="1030" creationId="{967E85DF-8C37-26C5-BABF-1AA1A8B80AC4}"/>
          </ac:picMkLst>
        </pc:picChg>
        <pc:picChg chg="add mod">
          <ac:chgData name="Guy Ray" userId="e04643c790329017" providerId="LiveId" clId="{81331041-E309-4D83-A0A0-8D03F70A0C66}" dt="2026-01-12T05:36:33.893" v="3528" actId="167"/>
          <ac:picMkLst>
            <pc:docMk/>
            <pc:sldMk cId="3597412187" sldId="265"/>
            <ac:picMk id="2050" creationId="{1B963A14-AB12-CDF6-4636-3479B34B34D6}"/>
          </ac:picMkLst>
        </pc:picChg>
        <pc:picChg chg="add mod">
          <ac:chgData name="Guy Ray" userId="e04643c790329017" providerId="LiveId" clId="{81331041-E309-4D83-A0A0-8D03F70A0C66}" dt="2026-01-12T05:37:36.177" v="3536" actId="167"/>
          <ac:picMkLst>
            <pc:docMk/>
            <pc:sldMk cId="3597412187" sldId="265"/>
            <ac:picMk id="2052" creationId="{57AE8640-CD0E-07D6-169C-271EC69F861F}"/>
          </ac:picMkLst>
        </pc:picChg>
      </pc:sldChg>
      <pc:sldChg chg="addSp delSp modSp add mod">
        <pc:chgData name="Guy Ray" userId="e04643c790329017" providerId="LiveId" clId="{81331041-E309-4D83-A0A0-8D03F70A0C66}" dt="2026-01-12T05:43:40.892" v="3612" actId="1076"/>
        <pc:sldMkLst>
          <pc:docMk/>
          <pc:sldMk cId="201010221" sldId="266"/>
        </pc:sldMkLst>
        <pc:spChg chg="mod">
          <ac:chgData name="Guy Ray" userId="e04643c790329017" providerId="LiveId" clId="{81331041-E309-4D83-A0A0-8D03F70A0C66}" dt="2026-01-12T05:41:54.240" v="3548" actId="20577"/>
          <ac:spMkLst>
            <pc:docMk/>
            <pc:sldMk cId="201010221" sldId="266"/>
            <ac:spMk id="72" creationId="{76699756-1B62-1FA1-05C5-BB1CE71395A9}"/>
          </ac:spMkLst>
        </pc:spChg>
        <pc:picChg chg="del">
          <ac:chgData name="Guy Ray" userId="e04643c790329017" providerId="LiveId" clId="{81331041-E309-4D83-A0A0-8D03F70A0C66}" dt="2026-01-12T05:42:26.934" v="3560" actId="478"/>
          <ac:picMkLst>
            <pc:docMk/>
            <pc:sldMk cId="201010221" sldId="266"/>
            <ac:picMk id="2050" creationId="{36FF5026-37E7-F38B-9391-C4B4B903E006}"/>
          </ac:picMkLst>
        </pc:picChg>
        <pc:picChg chg="del mod">
          <ac:chgData name="Guy Ray" userId="e04643c790329017" providerId="LiveId" clId="{81331041-E309-4D83-A0A0-8D03F70A0C66}" dt="2026-01-12T05:43:31.121" v="3610" actId="478"/>
          <ac:picMkLst>
            <pc:docMk/>
            <pc:sldMk cId="201010221" sldId="266"/>
            <ac:picMk id="2052" creationId="{74D74CFC-B3E3-843C-8495-9532A2CF3C00}"/>
          </ac:picMkLst>
        </pc:picChg>
        <pc:picChg chg="add mod">
          <ac:chgData name="Guy Ray" userId="e04643c790329017" providerId="LiveId" clId="{81331041-E309-4D83-A0A0-8D03F70A0C66}" dt="2026-01-12T05:42:24.958" v="3559" actId="167"/>
          <ac:picMkLst>
            <pc:docMk/>
            <pc:sldMk cId="201010221" sldId="266"/>
            <ac:picMk id="3074" creationId="{5446687D-945E-8AD1-983B-6DF0AA3F60F4}"/>
          </ac:picMkLst>
        </pc:picChg>
        <pc:picChg chg="add mod">
          <ac:chgData name="Guy Ray" userId="e04643c790329017" providerId="LiveId" clId="{81331041-E309-4D83-A0A0-8D03F70A0C66}" dt="2026-01-12T05:43:40.892" v="3612" actId="1076"/>
          <ac:picMkLst>
            <pc:docMk/>
            <pc:sldMk cId="201010221" sldId="266"/>
            <ac:picMk id="3076" creationId="{4B0E9982-319A-CA65-E32E-2A4724F2D441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8394689-8CDF-4679-BA66-D99094A7DD46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E64E060E-98E4-45A9-9115-4FF4663A4803}">
      <dgm:prSet/>
      <dgm:spPr/>
      <dgm:t>
        <a:bodyPr/>
        <a:lstStyle/>
        <a:p>
          <a:r>
            <a:rPr lang="he-IL"/>
            <a:t>הבעיה: שוק ההון מאופיין בתנודתיות ואי ודאות</a:t>
          </a:r>
          <a:endParaRPr lang="en-US"/>
        </a:p>
      </dgm:t>
    </dgm:pt>
    <dgm:pt modelId="{BD0D2A5E-A690-4343-8AC0-6AB8BB58F854}" type="parTrans" cxnId="{D548655F-82DF-4AD5-8C67-9728610910F6}">
      <dgm:prSet/>
      <dgm:spPr/>
      <dgm:t>
        <a:bodyPr/>
        <a:lstStyle/>
        <a:p>
          <a:endParaRPr lang="en-US"/>
        </a:p>
      </dgm:t>
    </dgm:pt>
    <dgm:pt modelId="{65E98B5C-C8DF-4CE4-8293-9F065FCF2EF0}" type="sibTrans" cxnId="{D548655F-82DF-4AD5-8C67-9728610910F6}">
      <dgm:prSet/>
      <dgm:spPr/>
      <dgm:t>
        <a:bodyPr/>
        <a:lstStyle/>
        <a:p>
          <a:endParaRPr lang="en-US"/>
        </a:p>
      </dgm:t>
    </dgm:pt>
    <dgm:pt modelId="{98ADA39B-9028-4935-9E22-0872CA9DAAD7}">
      <dgm:prSet/>
      <dgm:spPr/>
      <dgm:t>
        <a:bodyPr/>
        <a:lstStyle/>
        <a:p>
          <a:r>
            <a:rPr lang="he-IL"/>
            <a:t>משקיעים מתקשים לזהות מגמות עתידיות בזמן אמת</a:t>
          </a:r>
          <a:endParaRPr lang="en-US"/>
        </a:p>
      </dgm:t>
    </dgm:pt>
    <dgm:pt modelId="{1244C0AF-07A0-4FBC-8EB4-908AF524B18C}" type="parTrans" cxnId="{C8C7F607-8B64-414B-A0BE-0931A7930C4F}">
      <dgm:prSet/>
      <dgm:spPr/>
      <dgm:t>
        <a:bodyPr/>
        <a:lstStyle/>
        <a:p>
          <a:endParaRPr lang="en-US"/>
        </a:p>
      </dgm:t>
    </dgm:pt>
    <dgm:pt modelId="{D4942E77-F6B4-4209-8658-8D1619A1112C}" type="sibTrans" cxnId="{C8C7F607-8B64-414B-A0BE-0931A7930C4F}">
      <dgm:prSet/>
      <dgm:spPr/>
      <dgm:t>
        <a:bodyPr/>
        <a:lstStyle/>
        <a:p>
          <a:endParaRPr lang="en-US"/>
        </a:p>
      </dgm:t>
    </dgm:pt>
    <dgm:pt modelId="{029F4CDD-BDB1-4021-A141-FFEB8C995A90}">
      <dgm:prSet/>
      <dgm:spPr/>
      <dgm:t>
        <a:bodyPr/>
        <a:lstStyle/>
        <a:p>
          <a:r>
            <a:rPr lang="he-IL"/>
            <a:t>הצורך: מערכת חיזוי מבוססת נתונים להפקת החלטות השקעה</a:t>
          </a:r>
          <a:endParaRPr lang="en-US"/>
        </a:p>
      </dgm:t>
    </dgm:pt>
    <dgm:pt modelId="{9E6BA66F-4EEC-4692-9D87-047E09DA2D01}" type="parTrans" cxnId="{C6BCCA64-997A-4650-BE85-A411923397A1}">
      <dgm:prSet/>
      <dgm:spPr/>
      <dgm:t>
        <a:bodyPr/>
        <a:lstStyle/>
        <a:p>
          <a:endParaRPr lang="en-US"/>
        </a:p>
      </dgm:t>
    </dgm:pt>
    <dgm:pt modelId="{AC0F2FD4-31C1-43F3-ADC0-3C55C3DE7796}" type="sibTrans" cxnId="{C6BCCA64-997A-4650-BE85-A411923397A1}">
      <dgm:prSet/>
      <dgm:spPr/>
      <dgm:t>
        <a:bodyPr/>
        <a:lstStyle/>
        <a:p>
          <a:endParaRPr lang="en-US"/>
        </a:p>
      </dgm:t>
    </dgm:pt>
    <dgm:pt modelId="{7DAE3631-F363-410E-BA3C-414D85CEDD0F}" type="pres">
      <dgm:prSet presAssocID="{D8394689-8CDF-4679-BA66-D99094A7DD46}" presName="root" presStyleCnt="0">
        <dgm:presLayoutVars>
          <dgm:dir/>
          <dgm:resizeHandles val="exact"/>
        </dgm:presLayoutVars>
      </dgm:prSet>
      <dgm:spPr/>
    </dgm:pt>
    <dgm:pt modelId="{CC69AE0A-FFE8-404E-B95D-9913AD5B33FA}" type="pres">
      <dgm:prSet presAssocID="{E64E060E-98E4-45A9-9115-4FF4663A4803}" presName="compNode" presStyleCnt="0"/>
      <dgm:spPr/>
    </dgm:pt>
    <dgm:pt modelId="{70B23FF8-AC34-41E4-823D-A825E9A69C27}" type="pres">
      <dgm:prSet presAssocID="{E64E060E-98E4-45A9-9115-4FF4663A480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20109DB2-DFAD-47F9-A891-A5CBBBFE6D8B}" type="pres">
      <dgm:prSet presAssocID="{E64E060E-98E4-45A9-9115-4FF4663A4803}" presName="spaceRect" presStyleCnt="0"/>
      <dgm:spPr/>
    </dgm:pt>
    <dgm:pt modelId="{566DDAA6-8741-473F-A8E1-FD799233C75C}" type="pres">
      <dgm:prSet presAssocID="{E64E060E-98E4-45A9-9115-4FF4663A4803}" presName="textRect" presStyleLbl="revTx" presStyleIdx="0" presStyleCnt="3">
        <dgm:presLayoutVars>
          <dgm:chMax val="1"/>
          <dgm:chPref val="1"/>
        </dgm:presLayoutVars>
      </dgm:prSet>
      <dgm:spPr/>
    </dgm:pt>
    <dgm:pt modelId="{524118F8-A344-4103-9096-C49A8BA97700}" type="pres">
      <dgm:prSet presAssocID="{65E98B5C-C8DF-4CE4-8293-9F065FCF2EF0}" presName="sibTrans" presStyleCnt="0"/>
      <dgm:spPr/>
    </dgm:pt>
    <dgm:pt modelId="{6F567ED2-B52C-49CA-8BCE-18877D433027}" type="pres">
      <dgm:prSet presAssocID="{98ADA39B-9028-4935-9E22-0872CA9DAAD7}" presName="compNode" presStyleCnt="0"/>
      <dgm:spPr/>
    </dgm:pt>
    <dgm:pt modelId="{12787E0A-2254-43CE-9D3C-C98DFB8AF252}" type="pres">
      <dgm:prSet presAssocID="{98ADA39B-9028-4935-9E22-0872CA9DAAD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ADF30FEA-0306-4F05-8A8B-188FF1AA0E70}" type="pres">
      <dgm:prSet presAssocID="{98ADA39B-9028-4935-9E22-0872CA9DAAD7}" presName="spaceRect" presStyleCnt="0"/>
      <dgm:spPr/>
    </dgm:pt>
    <dgm:pt modelId="{3E8EDFED-F841-4D76-B130-539D7CC040CD}" type="pres">
      <dgm:prSet presAssocID="{98ADA39B-9028-4935-9E22-0872CA9DAAD7}" presName="textRect" presStyleLbl="revTx" presStyleIdx="1" presStyleCnt="3">
        <dgm:presLayoutVars>
          <dgm:chMax val="1"/>
          <dgm:chPref val="1"/>
        </dgm:presLayoutVars>
      </dgm:prSet>
      <dgm:spPr/>
    </dgm:pt>
    <dgm:pt modelId="{015298FC-B202-4577-8B0A-A8D7CA42D202}" type="pres">
      <dgm:prSet presAssocID="{D4942E77-F6B4-4209-8658-8D1619A1112C}" presName="sibTrans" presStyleCnt="0"/>
      <dgm:spPr/>
    </dgm:pt>
    <dgm:pt modelId="{1E548442-662B-467D-81F4-FE2B79C6284F}" type="pres">
      <dgm:prSet presAssocID="{029F4CDD-BDB1-4021-A141-FFEB8C995A90}" presName="compNode" presStyleCnt="0"/>
      <dgm:spPr/>
    </dgm:pt>
    <dgm:pt modelId="{74C0F41E-D7D8-409D-A968-35FEB6B53F5D}" type="pres">
      <dgm:prSet presAssocID="{029F4CDD-BDB1-4021-A141-FFEB8C995A9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F5273691-A8F3-40FC-AC9D-9DE2BA639611}" type="pres">
      <dgm:prSet presAssocID="{029F4CDD-BDB1-4021-A141-FFEB8C995A90}" presName="spaceRect" presStyleCnt="0"/>
      <dgm:spPr/>
    </dgm:pt>
    <dgm:pt modelId="{39A3E606-8E31-4802-A7B8-CFDAFF4EBAEB}" type="pres">
      <dgm:prSet presAssocID="{029F4CDD-BDB1-4021-A141-FFEB8C995A90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C8C7F607-8B64-414B-A0BE-0931A7930C4F}" srcId="{D8394689-8CDF-4679-BA66-D99094A7DD46}" destId="{98ADA39B-9028-4935-9E22-0872CA9DAAD7}" srcOrd="1" destOrd="0" parTransId="{1244C0AF-07A0-4FBC-8EB4-908AF524B18C}" sibTransId="{D4942E77-F6B4-4209-8658-8D1619A1112C}"/>
    <dgm:cxn modelId="{D548655F-82DF-4AD5-8C67-9728610910F6}" srcId="{D8394689-8CDF-4679-BA66-D99094A7DD46}" destId="{E64E060E-98E4-45A9-9115-4FF4663A4803}" srcOrd="0" destOrd="0" parTransId="{BD0D2A5E-A690-4343-8AC0-6AB8BB58F854}" sibTransId="{65E98B5C-C8DF-4CE4-8293-9F065FCF2EF0}"/>
    <dgm:cxn modelId="{C6BCCA64-997A-4650-BE85-A411923397A1}" srcId="{D8394689-8CDF-4679-BA66-D99094A7DD46}" destId="{029F4CDD-BDB1-4021-A141-FFEB8C995A90}" srcOrd="2" destOrd="0" parTransId="{9E6BA66F-4EEC-4692-9D87-047E09DA2D01}" sibTransId="{AC0F2FD4-31C1-43F3-ADC0-3C55C3DE7796}"/>
    <dgm:cxn modelId="{641DBD6B-D18A-46E2-80A1-C59C6EE8E474}" type="presOf" srcId="{D8394689-8CDF-4679-BA66-D99094A7DD46}" destId="{7DAE3631-F363-410E-BA3C-414D85CEDD0F}" srcOrd="0" destOrd="0" presId="urn:microsoft.com/office/officeart/2018/2/layout/IconLabelList"/>
    <dgm:cxn modelId="{B3E12D4C-6FA0-47AC-B359-B355DF070D19}" type="presOf" srcId="{029F4CDD-BDB1-4021-A141-FFEB8C995A90}" destId="{39A3E606-8E31-4802-A7B8-CFDAFF4EBAEB}" srcOrd="0" destOrd="0" presId="urn:microsoft.com/office/officeart/2018/2/layout/IconLabelList"/>
    <dgm:cxn modelId="{C1DC886E-E5A6-4F18-B8B6-14D4159763CF}" type="presOf" srcId="{E64E060E-98E4-45A9-9115-4FF4663A4803}" destId="{566DDAA6-8741-473F-A8E1-FD799233C75C}" srcOrd="0" destOrd="0" presId="urn:microsoft.com/office/officeart/2018/2/layout/IconLabelList"/>
    <dgm:cxn modelId="{659E2583-5234-4B99-B3DF-8314F628E038}" type="presOf" srcId="{98ADA39B-9028-4935-9E22-0872CA9DAAD7}" destId="{3E8EDFED-F841-4D76-B130-539D7CC040CD}" srcOrd="0" destOrd="0" presId="urn:microsoft.com/office/officeart/2018/2/layout/IconLabelList"/>
    <dgm:cxn modelId="{E15EF744-4C37-4B29-9B8C-506AF7DEE158}" type="presParOf" srcId="{7DAE3631-F363-410E-BA3C-414D85CEDD0F}" destId="{CC69AE0A-FFE8-404E-B95D-9913AD5B33FA}" srcOrd="0" destOrd="0" presId="urn:microsoft.com/office/officeart/2018/2/layout/IconLabelList"/>
    <dgm:cxn modelId="{ABC81787-1241-4274-BD75-C77A6E1E4146}" type="presParOf" srcId="{CC69AE0A-FFE8-404E-B95D-9913AD5B33FA}" destId="{70B23FF8-AC34-41E4-823D-A825E9A69C27}" srcOrd="0" destOrd="0" presId="urn:microsoft.com/office/officeart/2018/2/layout/IconLabelList"/>
    <dgm:cxn modelId="{14FF304C-3928-4221-9ADF-E768603A2212}" type="presParOf" srcId="{CC69AE0A-FFE8-404E-B95D-9913AD5B33FA}" destId="{20109DB2-DFAD-47F9-A891-A5CBBBFE6D8B}" srcOrd="1" destOrd="0" presId="urn:microsoft.com/office/officeart/2018/2/layout/IconLabelList"/>
    <dgm:cxn modelId="{921E0F62-ABA9-425A-979D-5831CF806C01}" type="presParOf" srcId="{CC69AE0A-FFE8-404E-B95D-9913AD5B33FA}" destId="{566DDAA6-8741-473F-A8E1-FD799233C75C}" srcOrd="2" destOrd="0" presId="urn:microsoft.com/office/officeart/2018/2/layout/IconLabelList"/>
    <dgm:cxn modelId="{738903EB-4118-4B3C-A305-15755599E618}" type="presParOf" srcId="{7DAE3631-F363-410E-BA3C-414D85CEDD0F}" destId="{524118F8-A344-4103-9096-C49A8BA97700}" srcOrd="1" destOrd="0" presId="urn:microsoft.com/office/officeart/2018/2/layout/IconLabelList"/>
    <dgm:cxn modelId="{10B67B48-B66C-4D0E-9D8A-2F5399ECF9A2}" type="presParOf" srcId="{7DAE3631-F363-410E-BA3C-414D85CEDD0F}" destId="{6F567ED2-B52C-49CA-8BCE-18877D433027}" srcOrd="2" destOrd="0" presId="urn:microsoft.com/office/officeart/2018/2/layout/IconLabelList"/>
    <dgm:cxn modelId="{77C75E29-5536-4EB0-B131-BC806B29E595}" type="presParOf" srcId="{6F567ED2-B52C-49CA-8BCE-18877D433027}" destId="{12787E0A-2254-43CE-9D3C-C98DFB8AF252}" srcOrd="0" destOrd="0" presId="urn:microsoft.com/office/officeart/2018/2/layout/IconLabelList"/>
    <dgm:cxn modelId="{D28A711D-2E17-4672-92E8-37695D48F24E}" type="presParOf" srcId="{6F567ED2-B52C-49CA-8BCE-18877D433027}" destId="{ADF30FEA-0306-4F05-8A8B-188FF1AA0E70}" srcOrd="1" destOrd="0" presId="urn:microsoft.com/office/officeart/2018/2/layout/IconLabelList"/>
    <dgm:cxn modelId="{F2E833E7-BE57-406E-87A4-9E8E98AF92BF}" type="presParOf" srcId="{6F567ED2-B52C-49CA-8BCE-18877D433027}" destId="{3E8EDFED-F841-4D76-B130-539D7CC040CD}" srcOrd="2" destOrd="0" presId="urn:microsoft.com/office/officeart/2018/2/layout/IconLabelList"/>
    <dgm:cxn modelId="{AE9A9D52-A81C-4E73-B14E-BA022AF6B92B}" type="presParOf" srcId="{7DAE3631-F363-410E-BA3C-414D85CEDD0F}" destId="{015298FC-B202-4577-8B0A-A8D7CA42D202}" srcOrd="3" destOrd="0" presId="urn:microsoft.com/office/officeart/2018/2/layout/IconLabelList"/>
    <dgm:cxn modelId="{F28FE49B-51BB-49C3-98D1-E3B75788BC79}" type="presParOf" srcId="{7DAE3631-F363-410E-BA3C-414D85CEDD0F}" destId="{1E548442-662B-467D-81F4-FE2B79C6284F}" srcOrd="4" destOrd="0" presId="urn:microsoft.com/office/officeart/2018/2/layout/IconLabelList"/>
    <dgm:cxn modelId="{D8766EB0-D9F7-403B-AB05-ED86881E4038}" type="presParOf" srcId="{1E548442-662B-467D-81F4-FE2B79C6284F}" destId="{74C0F41E-D7D8-409D-A968-35FEB6B53F5D}" srcOrd="0" destOrd="0" presId="urn:microsoft.com/office/officeart/2018/2/layout/IconLabelList"/>
    <dgm:cxn modelId="{FF203E7C-F013-4F51-A861-53198189BC3A}" type="presParOf" srcId="{1E548442-662B-467D-81F4-FE2B79C6284F}" destId="{F5273691-A8F3-40FC-AC9D-9DE2BA639611}" srcOrd="1" destOrd="0" presId="urn:microsoft.com/office/officeart/2018/2/layout/IconLabelList"/>
    <dgm:cxn modelId="{40B5AE15-C1AC-4D47-9CEE-57CFFA71284B}" type="presParOf" srcId="{1E548442-662B-467D-81F4-FE2B79C6284F}" destId="{39A3E606-8E31-4802-A7B8-CFDAFF4EBAEB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B23FF8-AC34-41E4-823D-A825E9A69C27}">
      <dsp:nvSpPr>
        <dsp:cNvPr id="0" name=""/>
        <dsp:cNvSpPr/>
      </dsp:nvSpPr>
      <dsp:spPr>
        <a:xfrm>
          <a:off x="916421" y="703352"/>
          <a:ext cx="1248996" cy="124899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6DDAA6-8741-473F-A8E1-FD799233C75C}">
      <dsp:nvSpPr>
        <dsp:cNvPr id="0" name=""/>
        <dsp:cNvSpPr/>
      </dsp:nvSpPr>
      <dsp:spPr>
        <a:xfrm>
          <a:off x="153146" y="2299874"/>
          <a:ext cx="277554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1800" kern="1200"/>
            <a:t>הבעיה: שוק ההון מאופיין בתנודתיות ואי ודאות</a:t>
          </a:r>
          <a:endParaRPr lang="en-US" sz="1800" kern="1200"/>
        </a:p>
      </dsp:txBody>
      <dsp:txXfrm>
        <a:off x="153146" y="2299874"/>
        <a:ext cx="2775546" cy="720000"/>
      </dsp:txXfrm>
    </dsp:sp>
    <dsp:sp modelId="{12787E0A-2254-43CE-9D3C-C98DFB8AF252}">
      <dsp:nvSpPr>
        <dsp:cNvPr id="0" name=""/>
        <dsp:cNvSpPr/>
      </dsp:nvSpPr>
      <dsp:spPr>
        <a:xfrm>
          <a:off x="4177689" y="703352"/>
          <a:ext cx="1248996" cy="124899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8EDFED-F841-4D76-B130-539D7CC040CD}">
      <dsp:nvSpPr>
        <dsp:cNvPr id="0" name=""/>
        <dsp:cNvSpPr/>
      </dsp:nvSpPr>
      <dsp:spPr>
        <a:xfrm>
          <a:off x="3414414" y="2299874"/>
          <a:ext cx="277554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1800" kern="1200"/>
            <a:t>משקיעים מתקשים לזהות מגמות עתידיות בזמן אמת</a:t>
          </a:r>
          <a:endParaRPr lang="en-US" sz="1800" kern="1200"/>
        </a:p>
      </dsp:txBody>
      <dsp:txXfrm>
        <a:off x="3414414" y="2299874"/>
        <a:ext cx="2775546" cy="720000"/>
      </dsp:txXfrm>
    </dsp:sp>
    <dsp:sp modelId="{74C0F41E-D7D8-409D-A968-35FEB6B53F5D}">
      <dsp:nvSpPr>
        <dsp:cNvPr id="0" name=""/>
        <dsp:cNvSpPr/>
      </dsp:nvSpPr>
      <dsp:spPr>
        <a:xfrm>
          <a:off x="7438957" y="703352"/>
          <a:ext cx="1248996" cy="124899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A3E606-8E31-4802-A7B8-CFDAFF4EBAEB}">
      <dsp:nvSpPr>
        <dsp:cNvPr id="0" name=""/>
        <dsp:cNvSpPr/>
      </dsp:nvSpPr>
      <dsp:spPr>
        <a:xfrm>
          <a:off x="6675681" y="2299874"/>
          <a:ext cx="277554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1800" kern="1200"/>
            <a:t>הצורך: מערכת חיזוי מבוססת נתונים להפקת החלטות השקעה</a:t>
          </a:r>
          <a:endParaRPr lang="en-US" sz="1800" kern="1200"/>
        </a:p>
      </dsp:txBody>
      <dsp:txXfrm>
        <a:off x="6675681" y="2299874"/>
        <a:ext cx="2775546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1F34D-5B97-62EB-D481-6864B65F39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8549F6-8AB3-4333-D341-7B3B859EDE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8FD80C-619B-AABF-7221-F3F7062A9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153B2-05FC-491E-9BE5-C84788F295C1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7DAEF0-8370-0BA9-F492-428E29467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7D48AE-4536-CCF5-E51D-F2C67591E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245D3-63E0-4EE1-891D-39572BC418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1226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7EFA8-D28B-0372-FE9E-D686D73E6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EA661B-B424-430F-A049-151D524816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F0F059-262F-646E-7023-421BAA9CF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153B2-05FC-491E-9BE5-C84788F295C1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844BFA-423C-854E-43A8-ADD2DEF47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27DCF7-4357-CB4D-6400-C61C01394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245D3-63E0-4EE1-891D-39572BC418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011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AC235-9A8D-2AD4-A7A2-F5599496B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0B4C18-6807-25CF-EBAB-D3A1308776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020E4-ADEA-6BE4-E507-27DD7D9A4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153B2-05FC-491E-9BE5-C84788F295C1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16CB5B-08B2-6391-D92E-D52AE3824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7B176A-0FD2-5153-E820-5D1A74F95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245D3-63E0-4EE1-891D-39572BC418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195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2CFBC-2DFE-F4FF-DD6F-8F59DD99F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A947D7-6317-5268-388B-D7324ECC94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0F6224-C819-012A-2A15-0D194D49D6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4527D3-EDB9-F10C-F962-AC89E1888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153B2-05FC-491E-9BE5-C84788F295C1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7339BA-05CA-B50D-DDD8-C3971D269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F8D2C-455A-B0DF-A482-BAB12501A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245D3-63E0-4EE1-891D-39572BC418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870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53B27-4B46-3442-0C1C-3967598D5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BB63F9-1995-BF3E-BC9C-30D2882D30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EC3425-49A4-1FF7-78C4-58DCAB81CE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7FEBB7-FC8F-041B-2ADA-7A3D19A893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457EBE-0C4B-CA7E-5B6D-2D30470DBE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5EB262-2FAF-D56B-D31C-1C40DA4E0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153B2-05FC-491E-9BE5-C84788F295C1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5700E6-4E0A-5350-1AE7-8EE5D0ABC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0D6C85-A559-16A3-95DD-0472A9128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245D3-63E0-4EE1-891D-39572BC418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553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2D38F-3EE8-4AE2-DC54-45D24FAAB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D42FBE-3B9E-BB4C-E4CB-1C4E088EC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153B2-05FC-491E-9BE5-C84788F295C1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2385EC-3762-4A31-C5E3-75D4373B1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BADE0E-EE83-8381-62F6-6F420E147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245D3-63E0-4EE1-891D-39572BC418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334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5950B2-B374-F980-BD8A-598F010E5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153B2-05FC-491E-9BE5-C84788F295C1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A79E7D-F6FC-B3AD-96A8-42C021714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11078F-2CEA-E349-F18B-AA989E767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245D3-63E0-4EE1-891D-39572BC418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325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D4AE5-7122-18B1-AC6F-2924D17DF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6D1917-22CC-8ECD-0597-7A69229B5C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491366-2212-19C2-FF1C-182EEC7984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9F8EEB-C5C3-BB8D-D7CC-77120FBF8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153B2-05FC-491E-9BE5-C84788F295C1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2A1FC8-FAF1-5DED-60CE-DDA48C305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76800D-9801-51DB-C8BB-EFCC1AC9E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245D3-63E0-4EE1-891D-39572BC418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378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E0477-E2E1-4457-B105-CB8E93829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3CC8DB-34AE-FD43-FBC0-1DF2795DE8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5F2AB7-FC54-31D0-62E3-25B28B45E9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5D4E4B-CB7A-A7BD-7488-A57A8866A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153B2-05FC-491E-9BE5-C84788F295C1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61F3E9-4977-4CAC-5198-FE2B1F1D5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24BCF1-5222-D1C3-E520-94B1D9452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245D3-63E0-4EE1-891D-39572BC418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319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F2064-D328-0549-0AC3-C4A460E7B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1ADC1C-E7AB-498C-73C1-A161985251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D4D540-8B7E-625B-FC3B-62559F91B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153B2-05FC-491E-9BE5-C84788F295C1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162309-5991-AAA0-8BE6-604841FE5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0A1E94-F8D3-7C05-1790-0636CF8C1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245D3-63E0-4EE1-891D-39572BC418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7757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57DC59-64DC-E6FC-C9FF-E2488F050B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A8B940-AF8C-715A-7456-8241323D88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B631C7-F37D-3F39-4B98-FF3C35455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153B2-05FC-491E-9BE5-C84788F295C1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C81268-AAD5-504B-6FE4-B97B8830F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DDA8CB-03F9-BD7A-9D19-D4E7CB668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245D3-63E0-4EE1-891D-39572BC418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0142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153B2-05FC-491E-9BE5-C84788F295C1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ABD245D3-63E0-4EE1-891D-39572BC418F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73268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153B2-05FC-491E-9BE5-C84788F295C1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245D3-63E0-4EE1-891D-39572BC418F7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15100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153B2-05FC-491E-9BE5-C84788F295C1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245D3-63E0-4EE1-891D-39572BC418F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06153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153B2-05FC-491E-9BE5-C84788F295C1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245D3-63E0-4EE1-891D-39572BC418F7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23552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153B2-05FC-491E-9BE5-C84788F295C1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245D3-63E0-4EE1-891D-39572BC418F7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06522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153B2-05FC-491E-9BE5-C84788F295C1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245D3-63E0-4EE1-891D-39572BC418F7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15573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153B2-05FC-491E-9BE5-C84788F295C1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245D3-63E0-4EE1-891D-39572BC418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88883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153B2-05FC-491E-9BE5-C84788F295C1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245D3-63E0-4EE1-891D-39572BC418F7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27131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C3D153B2-05FC-491E-9BE5-C84788F295C1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245D3-63E0-4EE1-891D-39572BC418F7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569606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153B2-05FC-491E-9BE5-C84788F295C1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245D3-63E0-4EE1-891D-39572BC418F7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661647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153B2-05FC-491E-9BE5-C84788F295C1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245D3-63E0-4EE1-891D-39572BC418F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21136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6D9C03-2364-9D4A-09BD-6E400FCC6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1CDF82-0696-3AF2-E1CD-BE44EE808E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C3DAEE-F64C-C77A-990A-B1BDDDAB65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D153B2-05FC-491E-9BE5-C84788F295C1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244DFA-6DD9-7582-3D40-3684739A77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BE9084-089A-6373-BAE7-C6805A4545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D245D3-63E0-4EE1-891D-39572BC418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529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D153B2-05FC-491E-9BE5-C84788F295C1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ABD245D3-63E0-4EE1-891D-39572BC418F7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812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1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82E7304-2AC2-4A5C-924D-A6AC3FFC5E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714D9067-0F06-6529-1C89-4FF9F5D38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 fontScale="90000"/>
          </a:bodyPr>
          <a:lstStyle/>
          <a:p>
            <a:pPr algn="ctr" rtl="1"/>
            <a:r>
              <a:rPr lang="he-IL" dirty="0">
                <a:latin typeface="+mn-lt"/>
                <a:cs typeface="Aharoni" panose="02010803020104030203" pitchFamily="2" charset="-79"/>
              </a:rPr>
              <a:t>חיזוי שערי מניות באמצעות </a:t>
            </a:r>
            <a:br>
              <a:rPr lang="he-IL" dirty="0">
                <a:latin typeface="+mn-lt"/>
              </a:rPr>
            </a:br>
            <a:r>
              <a:rPr lang="he-IL" dirty="0">
                <a:latin typeface="+mn-lt"/>
              </a:rPr>
              <a:t> </a:t>
            </a:r>
            <a:r>
              <a:rPr lang="en-US" dirty="0">
                <a:latin typeface="+mn-lt"/>
                <a:cs typeface="Aharoni" panose="02010803020104030203" pitchFamily="2" charset="-79"/>
              </a:rPr>
              <a:t> Machine Learning </a:t>
            </a:r>
            <a:r>
              <a:rPr lang="he-IL" dirty="0">
                <a:latin typeface="+mn-lt"/>
                <a:cs typeface="Aharoni" panose="02010803020104030203" pitchFamily="2" charset="-79"/>
              </a:rPr>
              <a:t>ו-</a:t>
            </a:r>
            <a:r>
              <a:rPr lang="en-US" dirty="0">
                <a:latin typeface="+mn-lt"/>
                <a:cs typeface="Aharoni" panose="02010803020104030203" pitchFamily="2" charset="-79"/>
              </a:rPr>
              <a:t> </a:t>
            </a:r>
            <a:r>
              <a:rPr lang="en-US" dirty="0">
                <a:latin typeface="+mn-lt"/>
              </a:rPr>
              <a:t>Deep Learning </a:t>
            </a:r>
            <a:r>
              <a:rPr lang="he-IL" dirty="0">
                <a:latin typeface="+mn-lt"/>
                <a:cs typeface="Aharoni" panose="02010803020104030203" pitchFamily="2" charset="-79"/>
              </a:rPr>
              <a:t>ושימוש ב</a:t>
            </a:r>
            <a:r>
              <a:rPr lang="en-US" dirty="0">
                <a:latin typeface="+mn-lt"/>
                <a:cs typeface="Aharoni" panose="02010803020104030203" pitchFamily="2" charset="-79"/>
              </a:rPr>
              <a:t>LLM- </a:t>
            </a:r>
            <a:endParaRPr lang="he-IL" dirty="0">
              <a:latin typeface="+mn-lt"/>
              <a:cs typeface="Aharoni" panose="02010803020104030203" pitchFamily="2" charset="-79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259FEF2-F6A5-442F-BA10-4E39EECD0A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1579" y="1853754"/>
            <a:ext cx="960327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A3C183B1-1D4B-4E3D-A02E-A426E3BFA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8385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graphicFrame>
        <p:nvGraphicFramePr>
          <p:cNvPr id="5" name="מציין מיקום תוכן 2">
            <a:extLst>
              <a:ext uri="{FF2B5EF4-FFF2-40B4-BE49-F238E27FC236}">
                <a16:creationId xmlns:a16="http://schemas.microsoft.com/office/drawing/2014/main" id="{F767AC68-0DE1-61C9-3169-F28AC84C80A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450975" y="2331497"/>
          <a:ext cx="9604375" cy="37232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096003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29EFA-AAB2-DC59-F679-2595D4E33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98BF97F-F678-9C01-8E6B-6AC8ECE4C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7572" y="780329"/>
            <a:ext cx="4791706" cy="611326"/>
          </a:xfrm>
        </p:spPr>
        <p:txBody>
          <a:bodyPr>
            <a:normAutofit/>
          </a:bodyPr>
          <a:lstStyle/>
          <a:p>
            <a:pPr algn="ctr"/>
            <a:r>
              <a:rPr lang="he-IL" sz="3600" dirty="0">
                <a:latin typeface="Aharoni" panose="02010803020104030203" pitchFamily="2" charset="-79"/>
                <a:cs typeface="Aharoni" panose="02010803020104030203" pitchFamily="2" charset="-79"/>
              </a:rPr>
              <a:t>מטרות הפרויקט</a:t>
            </a:r>
            <a:endParaRPr lang="he-IL" sz="3600" b="1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תרשים זרימה: תהליך חלופי 3">
            <a:extLst>
              <a:ext uri="{FF2B5EF4-FFF2-40B4-BE49-F238E27FC236}">
                <a16:creationId xmlns:a16="http://schemas.microsoft.com/office/drawing/2014/main" id="{09220401-0A22-D4A3-1959-73908C7AFB64}"/>
              </a:ext>
            </a:extLst>
          </p:cNvPr>
          <p:cNvSpPr/>
          <p:nvPr/>
        </p:nvSpPr>
        <p:spPr>
          <a:xfrm>
            <a:off x="7851996" y="3358331"/>
            <a:ext cx="3202858" cy="1049593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Arial" panose="020B0604020202020204" pitchFamily="34" charset="0"/>
              </a:rPr>
              <a:t>הפקת המלצות השקעה   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BUY / KEEP / SELL</a:t>
            </a:r>
          </a:p>
        </p:txBody>
      </p:sp>
      <p:sp>
        <p:nvSpPr>
          <p:cNvPr id="5" name="תרשים זרימה: תהליך חלופי 4">
            <a:extLst>
              <a:ext uri="{FF2B5EF4-FFF2-40B4-BE49-F238E27FC236}">
                <a16:creationId xmlns:a16="http://schemas.microsoft.com/office/drawing/2014/main" id="{5E5F41B0-D4F1-3239-C161-F12165C5C321}"/>
              </a:ext>
            </a:extLst>
          </p:cNvPr>
          <p:cNvSpPr/>
          <p:nvPr/>
        </p:nvSpPr>
        <p:spPr>
          <a:xfrm>
            <a:off x="7851996" y="4670322"/>
            <a:ext cx="3202858" cy="997974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r" defTabSz="4572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Arial" panose="020B0604020202020204" pitchFamily="34" charset="0"/>
              </a:rPr>
              <a:t>השוואה בין:</a:t>
            </a:r>
          </a:p>
          <a:p>
            <a:pPr marL="0" marR="0" lvl="0" indent="0" algn="r" defTabSz="4572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Arial" panose="020B0604020202020204" pitchFamily="34" charset="0"/>
              </a:rPr>
              <a:t>מודלים טבלאיים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(Time Series)</a:t>
            </a:r>
          </a:p>
          <a:p>
            <a:pPr marL="0" marR="0" lvl="0" indent="0" algn="r" defTabSz="4572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Arial" panose="020B0604020202020204" pitchFamily="34" charset="0"/>
              </a:rPr>
              <a:t>מודלים מבוססי תמונות (גרפים)</a:t>
            </a:r>
          </a:p>
        </p:txBody>
      </p:sp>
      <p:sp>
        <p:nvSpPr>
          <p:cNvPr id="10" name="תרשים זרימה: תהליך חלופי 9">
            <a:extLst>
              <a:ext uri="{FF2B5EF4-FFF2-40B4-BE49-F238E27FC236}">
                <a16:creationId xmlns:a16="http://schemas.microsoft.com/office/drawing/2014/main" id="{64C61153-8779-FC00-F151-289FB863402E}"/>
              </a:ext>
            </a:extLst>
          </p:cNvPr>
          <p:cNvSpPr/>
          <p:nvPr/>
        </p:nvSpPr>
        <p:spPr>
          <a:xfrm>
            <a:off x="7851996" y="2097959"/>
            <a:ext cx="3202858" cy="997974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Arial" panose="020B0604020202020204" pitchFamily="34" charset="0"/>
              </a:rPr>
              <a:t>חיזוי התנהגות עתידית של מניות</a:t>
            </a:r>
          </a:p>
        </p:txBody>
      </p:sp>
      <p:sp>
        <p:nvSpPr>
          <p:cNvPr id="12" name="כותרת 1">
            <a:extLst>
              <a:ext uri="{FF2B5EF4-FFF2-40B4-BE49-F238E27FC236}">
                <a16:creationId xmlns:a16="http://schemas.microsoft.com/office/drawing/2014/main" id="{56D237E0-81B6-FFD6-743E-9FC912887209}"/>
              </a:ext>
            </a:extLst>
          </p:cNvPr>
          <p:cNvSpPr txBox="1">
            <a:spLocks/>
          </p:cNvSpPr>
          <p:nvPr/>
        </p:nvSpPr>
        <p:spPr>
          <a:xfrm>
            <a:off x="1212295" y="780329"/>
            <a:ext cx="4791706" cy="61132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1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3600" b="0" i="0" u="none" strike="noStrike" kern="1200" cap="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haroni" panose="02010803020104030203" pitchFamily="2" charset="-79"/>
                <a:ea typeface="+mj-ea"/>
                <a:cs typeface="Aharoni" panose="02010803020104030203" pitchFamily="2" charset="-79"/>
              </a:rPr>
              <a:t>      מקורות נתונים</a:t>
            </a:r>
            <a:endParaRPr kumimoji="0" lang="he-IL" sz="3600" b="1" i="0" u="none" strike="noStrike" kern="1200" cap="all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haroni" panose="02010803020104030203" pitchFamily="2" charset="-79"/>
              <a:ea typeface="+mj-ea"/>
              <a:cs typeface="Aharoni" panose="02010803020104030203" pitchFamily="2" charset="-79"/>
            </a:endParaRPr>
          </a:p>
        </p:txBody>
      </p:sp>
      <p:sp>
        <p:nvSpPr>
          <p:cNvPr id="14" name="תרשים זרימה: תהליך חלופי 13">
            <a:extLst>
              <a:ext uri="{FF2B5EF4-FFF2-40B4-BE49-F238E27FC236}">
                <a16:creationId xmlns:a16="http://schemas.microsoft.com/office/drawing/2014/main" id="{F3F6DCAD-6A74-9CD3-6016-AD92602111A4}"/>
              </a:ext>
            </a:extLst>
          </p:cNvPr>
          <p:cNvSpPr/>
          <p:nvPr/>
        </p:nvSpPr>
        <p:spPr>
          <a:xfrm>
            <a:off x="1574099" y="2097960"/>
            <a:ext cx="3202858" cy="389602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Arial" panose="020B0604020202020204" pitchFamily="34" charset="0"/>
              </a:rPr>
              <a:t>מחירי מניות היסטוריים</a:t>
            </a:r>
          </a:p>
        </p:txBody>
      </p:sp>
      <p:sp>
        <p:nvSpPr>
          <p:cNvPr id="15" name="תרשים זרימה: תהליך חלופי 14">
            <a:extLst>
              <a:ext uri="{FF2B5EF4-FFF2-40B4-BE49-F238E27FC236}">
                <a16:creationId xmlns:a16="http://schemas.microsoft.com/office/drawing/2014/main" id="{BCBAED8A-859E-7809-2939-DCF05625DDD6}"/>
              </a:ext>
            </a:extLst>
          </p:cNvPr>
          <p:cNvSpPr/>
          <p:nvPr/>
        </p:nvSpPr>
        <p:spPr>
          <a:xfrm>
            <a:off x="1603305" y="2725994"/>
            <a:ext cx="3232354" cy="1351935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Arial" panose="020B0604020202020204" pitchFamily="34" charset="0"/>
              </a:rPr>
              <a:t>נתונים מאקרו כלכליים:</a:t>
            </a:r>
          </a:p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S&amp;P 500, NASDAQ</a:t>
            </a:r>
          </a:p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Arial" panose="020B0604020202020204" pitchFamily="34" charset="0"/>
              </a:rPr>
              <a:t>נפט, זהב, נדל״ן, ציפיות אינפלציה</a:t>
            </a:r>
          </a:p>
        </p:txBody>
      </p:sp>
      <p:sp>
        <p:nvSpPr>
          <p:cNvPr id="16" name="תרשים זרימה: תהליך חלופי 15">
            <a:extLst>
              <a:ext uri="{FF2B5EF4-FFF2-40B4-BE49-F238E27FC236}">
                <a16:creationId xmlns:a16="http://schemas.microsoft.com/office/drawing/2014/main" id="{4524016E-E77D-8053-53BC-E6F40522F069}"/>
              </a:ext>
            </a:extLst>
          </p:cNvPr>
          <p:cNvSpPr/>
          <p:nvPr/>
        </p:nvSpPr>
        <p:spPr>
          <a:xfrm>
            <a:off x="1632801" y="4316361"/>
            <a:ext cx="3202858" cy="1351935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alt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Arial" panose="020B0604020202020204" pitchFamily="34" charset="0"/>
              </a:rPr>
              <a:t>יצירה של כ־300 תכונות </a:t>
            </a: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altLang="he-IL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Arial" panose="020B0604020202020204" pitchFamily="34" charset="0"/>
              </a:rPr>
              <a:t>Lag</a:t>
            </a:r>
            <a:r>
              <a:rPr kumimoji="0" lang="he-IL" alt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Arial" panose="020B0604020202020204" pitchFamily="34" charset="0"/>
              </a:rPr>
              <a:t>, </a:t>
            </a:r>
            <a:r>
              <a:rPr kumimoji="0" lang="he-IL" altLang="he-IL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Arial" panose="020B0604020202020204" pitchFamily="34" charset="0"/>
              </a:rPr>
              <a:t>Rolling</a:t>
            </a:r>
            <a:r>
              <a:rPr kumimoji="0" lang="he-IL" alt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Arial" panose="020B0604020202020204" pitchFamily="34" charset="0"/>
              </a:rPr>
              <a:t> </a:t>
            </a:r>
            <a:r>
              <a:rPr kumimoji="0" lang="he-IL" altLang="he-IL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Arial" panose="020B0604020202020204" pitchFamily="34" charset="0"/>
              </a:rPr>
              <a:t>Mean</a:t>
            </a:r>
            <a:r>
              <a:rPr kumimoji="0" lang="he-IL" alt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Arial" panose="020B0604020202020204" pitchFamily="34" charset="0"/>
              </a:rPr>
              <a:t>   </a:t>
            </a: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altLang="he-IL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Arial" panose="020B0604020202020204" pitchFamily="34" charset="0"/>
              </a:rPr>
              <a:t>Min</a:t>
            </a:r>
            <a:r>
              <a:rPr kumimoji="0" lang="he-IL" alt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Arial" panose="020B0604020202020204" pitchFamily="34" charset="0"/>
              </a:rPr>
              <a:t> / </a:t>
            </a:r>
            <a:r>
              <a:rPr kumimoji="0" lang="he-IL" altLang="he-IL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Arial" panose="020B0604020202020204" pitchFamily="34" charset="0"/>
              </a:rPr>
              <a:t>Max</a:t>
            </a:r>
            <a:r>
              <a:rPr kumimoji="0" lang="he-IL" alt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Arial" panose="020B0604020202020204" pitchFamily="34" charset="0"/>
              </a:rPr>
              <a:t> / </a:t>
            </a:r>
            <a:r>
              <a:rPr kumimoji="0" lang="he-IL" altLang="he-IL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Arial" panose="020B0604020202020204" pitchFamily="34" charset="0"/>
              </a:rPr>
              <a:t>Std</a:t>
            </a:r>
            <a:endParaRPr kumimoji="0" lang="he-IL" altLang="he-I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Arial" panose="020B0604020202020204" pitchFamily="34" charset="0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altLang="he-IL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Arial" panose="020B0604020202020204" pitchFamily="34" charset="0"/>
              </a:rPr>
              <a:t>Diff</a:t>
            </a:r>
            <a:r>
              <a:rPr kumimoji="0" lang="he-IL" alt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Arial" panose="020B0604020202020204" pitchFamily="34" charset="0"/>
              </a:rPr>
              <a:t> / </a:t>
            </a:r>
            <a:r>
              <a:rPr kumimoji="0" lang="he-IL" altLang="he-IL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Arial" panose="020B0604020202020204" pitchFamily="34" charset="0"/>
              </a:rPr>
              <a:t>Percent</a:t>
            </a:r>
            <a:r>
              <a:rPr kumimoji="0" lang="he-IL" alt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Arial" panose="020B0604020202020204" pitchFamily="34" charset="0"/>
              </a:rPr>
              <a:t> </a:t>
            </a:r>
            <a:r>
              <a:rPr kumimoji="0" lang="he-IL" altLang="he-IL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Arial" panose="020B0604020202020204" pitchFamily="34" charset="0"/>
              </a:rPr>
              <a:t>Change</a:t>
            </a:r>
            <a:endParaRPr kumimoji="0" lang="he-IL" altLang="he-I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4631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0043E34-67CC-229E-A447-F65AB819B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20"/>
            <a:ext cx="9603275" cy="611326"/>
          </a:xfrm>
        </p:spPr>
        <p:txBody>
          <a:bodyPr>
            <a:normAutofit/>
          </a:bodyPr>
          <a:lstStyle/>
          <a:p>
            <a:pPr algn="ctr"/>
            <a:r>
              <a:rPr lang="he-IL" sz="3600" dirty="0"/>
              <a:t>השתמשנו ב... </a:t>
            </a:r>
            <a:endParaRPr lang="he-IL" sz="3600" b="1" dirty="0"/>
          </a:p>
        </p:txBody>
      </p:sp>
      <p:sp>
        <p:nvSpPr>
          <p:cNvPr id="4" name="תרשים זרימה: תהליך חלופי 3">
            <a:extLst>
              <a:ext uri="{FF2B5EF4-FFF2-40B4-BE49-F238E27FC236}">
                <a16:creationId xmlns:a16="http://schemas.microsoft.com/office/drawing/2014/main" id="{F669317E-CE89-76EB-FAB8-EC88B2941ADB}"/>
              </a:ext>
            </a:extLst>
          </p:cNvPr>
          <p:cNvSpPr/>
          <p:nvPr/>
        </p:nvSpPr>
        <p:spPr>
          <a:xfrm>
            <a:off x="1256072" y="2054942"/>
            <a:ext cx="2863644" cy="1976284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Image-based Classification</a:t>
            </a:r>
            <a:endParaRPr kumimoji="0" lang="he-IL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Arial" panose="020B0604020202020204" pitchFamily="34" charset="0"/>
            </a:endParaRPr>
          </a:p>
          <a:p>
            <a:pPr marL="0" marR="0" lvl="0" indent="0" algn="r" defTabSz="4572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Arial" panose="020B0604020202020204" pitchFamily="34" charset="0"/>
              </a:rPr>
              <a:t>אימון מודל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FastAI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 </a:t>
            </a: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Arial" panose="020B0604020202020204" pitchFamily="34" charset="0"/>
              </a:rPr>
              <a:t> על גרפי מחירים לחיזוי אסטרטגיית השקעה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BUY/KEEP/SELL</a:t>
            </a:r>
            <a:endParaRPr kumimoji="0" lang="he-I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Arial" panose="020B0604020202020204" pitchFamily="34" charset="0"/>
            </a:endParaRPr>
          </a:p>
          <a:p>
            <a:pPr marL="0" marR="0" lvl="0" indent="0" algn="r" defTabSz="4572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5" name="תרשים זרימה: תהליך חלופי 4">
            <a:extLst>
              <a:ext uri="{FF2B5EF4-FFF2-40B4-BE49-F238E27FC236}">
                <a16:creationId xmlns:a16="http://schemas.microsoft.com/office/drawing/2014/main" id="{E8205F56-A662-8056-12C3-EF930BCEE2A3}"/>
              </a:ext>
            </a:extLst>
          </p:cNvPr>
          <p:cNvSpPr/>
          <p:nvPr/>
        </p:nvSpPr>
        <p:spPr>
          <a:xfrm>
            <a:off x="4494571" y="2054942"/>
            <a:ext cx="3202858" cy="1868128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4572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Time Series Models</a:t>
            </a:r>
            <a:endParaRPr kumimoji="0" lang="he-IL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r" defTabSz="4572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אימון מודלים על נתונים טבלאיים</a:t>
            </a:r>
          </a:p>
          <a:p>
            <a:pPr marL="0" marR="0" lvl="0" indent="0" algn="r" defTabSz="4572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LSTM</a:t>
            </a:r>
          </a:p>
          <a:p>
            <a:pPr marL="0" marR="0" lvl="0" indent="0" algn="r" defTabSz="4572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GRU</a:t>
            </a:r>
          </a:p>
          <a:p>
            <a:pPr marL="0" marR="0" lvl="0" indent="0" algn="r" defTabSz="4572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CNN</a:t>
            </a:r>
          </a:p>
          <a:p>
            <a:pPr marL="0" marR="0" lvl="0" indent="0" algn="r" defTabSz="4572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שילובי מודלים</a:t>
            </a:r>
          </a:p>
        </p:txBody>
      </p:sp>
      <p:sp>
        <p:nvSpPr>
          <p:cNvPr id="7" name="תרשים זרימה: תהליך חלופי 6">
            <a:extLst>
              <a:ext uri="{FF2B5EF4-FFF2-40B4-BE49-F238E27FC236}">
                <a16:creationId xmlns:a16="http://schemas.microsoft.com/office/drawing/2014/main" id="{E8243AFC-933F-D59F-3426-FFD0DC547483}"/>
              </a:ext>
            </a:extLst>
          </p:cNvPr>
          <p:cNvSpPr/>
          <p:nvPr/>
        </p:nvSpPr>
        <p:spPr>
          <a:xfrm>
            <a:off x="4494571" y="4103618"/>
            <a:ext cx="3202858" cy="1868129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4572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LLM</a:t>
            </a:r>
          </a:p>
          <a:p>
            <a:pPr marL="0" marR="0" lvl="0" indent="0" algn="r" defTabSz="4572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לפירוש בקשת המשתמש בשפה טבעית, לחילוץ סימול המניה ומספר הימים לחיזוי, ולהפעלה אוטומטית של תהליך החיזוי</a:t>
            </a:r>
            <a:endParaRPr kumimoji="0" lang="he-I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מציין מיקום תוכן 10">
            <a:extLst>
              <a:ext uri="{FF2B5EF4-FFF2-40B4-BE49-F238E27FC236}">
                <a16:creationId xmlns:a16="http://schemas.microsoft.com/office/drawing/2014/main" id="{D3C46B18-7C87-4E6E-1665-42B86FA4D8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46922" y="2051867"/>
            <a:ext cx="3202858" cy="1779522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>
            <a:normAutofit fontScale="92500" lnSpcReduction="10000"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Clasic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 ML Model</a:t>
            </a:r>
            <a:endParaRPr lang="he-IL" altLang="he-IL" sz="16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lvl="0" algn="r" defTabSz="914400" rt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e-IL" altLang="he-IL" sz="1600" dirty="0">
                <a:solidFill>
                  <a:schemeClr val="bg1"/>
                </a:solidFill>
                <a:latin typeface="Arial" panose="020B0604020202020204" pitchFamily="34" charset="0"/>
              </a:rPr>
              <a:t>שימוש במודל </a:t>
            </a:r>
            <a:r>
              <a:rPr lang="he-IL" altLang="he-IL" sz="1600" b="1" dirty="0" err="1">
                <a:solidFill>
                  <a:schemeClr val="bg1"/>
                </a:solidFill>
                <a:latin typeface="Arial" panose="020B0604020202020204" pitchFamily="34" charset="0"/>
              </a:rPr>
              <a:t>XGBoost</a:t>
            </a:r>
            <a:endParaRPr lang="he-IL" altLang="he-IL" sz="16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lvl="0" algn="r" defTabSz="914400" rt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e-IL" altLang="he-IL" sz="1600" dirty="0">
                <a:solidFill>
                  <a:schemeClr val="bg1"/>
                </a:solidFill>
                <a:latin typeface="Arial" panose="020B0604020202020204" pitchFamily="34" charset="0"/>
              </a:rPr>
              <a:t>לדירוג חשיבות תכונות.</a:t>
            </a:r>
          </a:p>
          <a:p>
            <a:pPr lvl="0" algn="r" defTabSz="914400" rt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e-IL" altLang="he-IL" sz="1600" dirty="0">
                <a:solidFill>
                  <a:schemeClr val="bg1"/>
                </a:solidFill>
                <a:latin typeface="Arial" panose="020B0604020202020204" pitchFamily="34" charset="0"/>
              </a:rPr>
              <a:t>בחירת 20 התכונות המשפיעות ביותר</a:t>
            </a:r>
          </a:p>
          <a:p>
            <a:pPr lvl="0" algn="r" defTabSz="914400" rt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e-IL" altLang="he-IL" sz="1600" dirty="0">
                <a:solidFill>
                  <a:schemeClr val="bg1"/>
                </a:solidFill>
                <a:latin typeface="Arial" panose="020B0604020202020204" pitchFamily="34" charset="0"/>
              </a:rPr>
              <a:t>ליצירת </a:t>
            </a:r>
            <a:r>
              <a:rPr lang="he-IL" altLang="he-IL" sz="1600" dirty="0" err="1">
                <a:solidFill>
                  <a:schemeClr val="bg1"/>
                </a:solidFill>
                <a:latin typeface="Arial" panose="020B0604020202020204" pitchFamily="34" charset="0"/>
              </a:rPr>
              <a:t>Dataset</a:t>
            </a:r>
            <a:r>
              <a:rPr lang="he-IL" altLang="he-IL" sz="1600" dirty="0">
                <a:solidFill>
                  <a:schemeClr val="bg1"/>
                </a:solidFill>
                <a:latin typeface="Arial" panose="020B0604020202020204" pitchFamily="34" charset="0"/>
              </a:rPr>
              <a:t> מצומצם ויעיל</a:t>
            </a:r>
          </a:p>
        </p:txBody>
      </p:sp>
    </p:spTree>
    <p:extLst>
      <p:ext uri="{BB962C8B-B14F-4D97-AF65-F5344CB8AC3E}">
        <p14:creationId xmlns:p14="http://schemas.microsoft.com/office/powerpoint/2010/main" val="35259219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5C3D674-3D59-4E93-80CA-0C0A9095E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884B8F8-FDC9-498B-9960-5D7260AFCB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3896" y="1847088"/>
            <a:ext cx="417737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כותרת 1">
            <a:extLst>
              <a:ext uri="{FF2B5EF4-FFF2-40B4-BE49-F238E27FC236}">
                <a16:creationId xmlns:a16="http://schemas.microsoft.com/office/drawing/2014/main" id="{E1521A83-4474-C809-B4D4-E858CE4C3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81" y="965434"/>
            <a:ext cx="4176511" cy="1049235"/>
          </a:xfrm>
        </p:spPr>
        <p:txBody>
          <a:bodyPr>
            <a:normAutofit/>
          </a:bodyPr>
          <a:lstStyle/>
          <a:p>
            <a:pPr algn="r"/>
            <a:r>
              <a:rPr lang="he-IL" dirty="0"/>
              <a:t>מסקנות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F2A81E1-BCBE-426B-8C09-33274E6940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60253C17-56CF-AF01-0C4D-93FADF83E1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2890" y="2015732"/>
            <a:ext cx="4944857" cy="3450613"/>
          </a:xfrm>
          <a:scene3d>
            <a:camera prst="orthographicFront"/>
            <a:lightRig rig="threePt" dir="t"/>
          </a:scene3d>
        </p:spPr>
        <p:txBody>
          <a:bodyPr>
            <a:normAutofit/>
          </a:bodyPr>
          <a:lstStyle/>
          <a:p>
            <a:r>
              <a:rPr lang="he-IL" dirty="0"/>
              <a:t>מודל למידה עמוקה הטוב ביותר הציג          </a:t>
            </a:r>
            <a:r>
              <a:rPr lang="en-US" b="1" dirty="0"/>
              <a:t>R² ≈ 97%</a:t>
            </a:r>
            <a:endParaRPr lang="he-IL" b="1" dirty="0"/>
          </a:p>
          <a:p>
            <a:r>
              <a:rPr lang="en-US" dirty="0"/>
              <a:t>Image Classification</a:t>
            </a:r>
            <a:r>
              <a:rPr lang="he-IL" dirty="0"/>
              <a:t> באמצעות </a:t>
            </a:r>
            <a:r>
              <a:rPr lang="en-US" dirty="0"/>
              <a:t> ASTAI </a:t>
            </a:r>
            <a:r>
              <a:rPr lang="he-IL" dirty="0"/>
              <a:t>הציג </a:t>
            </a:r>
            <a:r>
              <a:rPr lang="en-US" b="1" dirty="0"/>
              <a:t>R² ≈ 73%</a:t>
            </a:r>
          </a:p>
          <a:p>
            <a:endParaRPr lang="he-IL" dirty="0"/>
          </a:p>
        </p:txBody>
      </p:sp>
      <p:pic>
        <p:nvPicPr>
          <p:cNvPr id="7" name="Graphic 6" descr="ספרים">
            <a:extLst>
              <a:ext uri="{FF2B5EF4-FFF2-40B4-BE49-F238E27FC236}">
                <a16:creationId xmlns:a16="http://schemas.microsoft.com/office/drawing/2014/main" id="{287B443D-ADD6-ECFD-A046-A1326B958B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44251" y="805583"/>
            <a:ext cx="4660762" cy="466076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9D1DDD4-5BB3-45BA-B9B3-06B62299AD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24DAE64-2302-42EA-8239-F2F0775CA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63541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0CED12F-A4B7-62DE-3415-DDFCEBC32B04}"/>
              </a:ext>
            </a:extLst>
          </p:cNvPr>
          <p:cNvSpPr txBox="1"/>
          <p:nvPr/>
        </p:nvSpPr>
        <p:spPr>
          <a:xfrm>
            <a:off x="4738791" y="495882"/>
            <a:ext cx="3096526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defRPr sz="3000" b="1">
                <a:solidFill>
                  <a:srgbClr val="203A5F"/>
                </a:solidFill>
              </a:defRPr>
            </a:pPr>
            <a:r>
              <a:rPr lang="en-US" sz="1200" b="1" u="sng" dirty="0"/>
              <a:t>Download historical data</a:t>
            </a:r>
          </a:p>
          <a:p>
            <a:pPr algn="ctr">
              <a:defRPr sz="2000" b="0">
                <a:solidFill>
                  <a:srgbClr val="3C3C3C"/>
                </a:solidFill>
              </a:defRPr>
            </a:pPr>
            <a:r>
              <a:rPr lang="en-US" sz="1200" dirty="0"/>
              <a:t>Aggregates historical stock prices + macroeconomic indicators: Oil, Gold, S&amp;P, NASDAQ, Real Estate, Inflation expectations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CEC2B5-0047-C92C-216F-782BCF016A96}"/>
              </a:ext>
            </a:extLst>
          </p:cNvPr>
          <p:cNvSpPr txBox="1"/>
          <p:nvPr/>
        </p:nvSpPr>
        <p:spPr>
          <a:xfrm>
            <a:off x="1417739" y="1792040"/>
            <a:ext cx="3494629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defRPr sz="3000" b="1">
                <a:solidFill>
                  <a:srgbClr val="203A5F"/>
                </a:solidFill>
              </a:defRPr>
            </a:pPr>
            <a:r>
              <a:rPr lang="en-US" sz="1200" b="1" u="sng" dirty="0"/>
              <a:t>Feature generation</a:t>
            </a:r>
          </a:p>
          <a:p>
            <a:pPr algn="ctr">
              <a:defRPr sz="2000" b="0">
                <a:solidFill>
                  <a:srgbClr val="3C3C3C"/>
                </a:solidFill>
              </a:defRPr>
            </a:pPr>
            <a:r>
              <a:rPr lang="en-US" sz="1200" dirty="0"/>
              <a:t>Some 300 auto-generated features per asset. Including rolling lag, min, max, mean, std, diff, pct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B8BBAC-8E3E-E4F8-D967-0E9E47C7F1E3}"/>
              </a:ext>
            </a:extLst>
          </p:cNvPr>
          <p:cNvSpPr txBox="1"/>
          <p:nvPr/>
        </p:nvSpPr>
        <p:spPr>
          <a:xfrm>
            <a:off x="1417738" y="2699104"/>
            <a:ext cx="3494629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defRPr sz="3000" b="1">
                <a:solidFill>
                  <a:srgbClr val="203A5F"/>
                </a:solidFill>
              </a:defRPr>
            </a:pPr>
            <a:r>
              <a:rPr lang="en-US" sz="1200" b="1" u="sng" dirty="0"/>
              <a:t>Feature selection</a:t>
            </a:r>
          </a:p>
          <a:p>
            <a:pPr algn="ctr">
              <a:defRPr sz="2000" b="0">
                <a:solidFill>
                  <a:srgbClr val="3C3C3C"/>
                </a:solidFill>
              </a:defRPr>
            </a:pPr>
            <a:r>
              <a:rPr lang="en-US" sz="1200" dirty="0"/>
              <a:t>an </a:t>
            </a:r>
            <a:r>
              <a:rPr lang="en-US" sz="1200" dirty="0" err="1"/>
              <a:t>XGBoost</a:t>
            </a:r>
            <a:r>
              <a:rPr lang="en-US" sz="1200" dirty="0"/>
              <a:t> model ranks feature importance and selects top 20 most impactful features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0514AA-BCF0-55B0-B152-14F92661D5D2}"/>
              </a:ext>
            </a:extLst>
          </p:cNvPr>
          <p:cNvSpPr txBox="1"/>
          <p:nvPr/>
        </p:nvSpPr>
        <p:spPr>
          <a:xfrm>
            <a:off x="1943754" y="3673575"/>
            <a:ext cx="2441276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defRPr sz="3000" b="1">
                <a:solidFill>
                  <a:srgbClr val="203A5F"/>
                </a:solidFill>
              </a:defRPr>
            </a:pPr>
            <a:r>
              <a:rPr lang="en-US" sz="1200" b="1" u="sng" dirty="0"/>
              <a:t>Train models</a:t>
            </a:r>
          </a:p>
          <a:p>
            <a:pPr algn="ctr">
              <a:defRPr sz="2000" b="0">
                <a:solidFill>
                  <a:srgbClr val="3C3C3C"/>
                </a:solidFill>
              </a:defRPr>
            </a:pPr>
            <a:r>
              <a:rPr lang="en-US" sz="1200" dirty="0"/>
              <a:t>LSTM, GRU, CNN , and combinations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D9BA36-DB52-05E7-1EA4-91878809691B}"/>
              </a:ext>
            </a:extLst>
          </p:cNvPr>
          <p:cNvSpPr txBox="1"/>
          <p:nvPr/>
        </p:nvSpPr>
        <p:spPr>
          <a:xfrm>
            <a:off x="7453159" y="3421193"/>
            <a:ext cx="2510285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defRPr sz="3000" b="1">
                <a:solidFill>
                  <a:srgbClr val="203A5F"/>
                </a:solidFill>
              </a:defRPr>
            </a:pPr>
            <a:r>
              <a:rPr lang="en-US" sz="1200" b="1" u="sng" dirty="0"/>
              <a:t>Train </a:t>
            </a:r>
            <a:r>
              <a:rPr lang="en-US" sz="1200" b="1" u="sng" dirty="0" err="1"/>
              <a:t>fastai</a:t>
            </a:r>
            <a:r>
              <a:rPr lang="en-US" sz="1200" b="1" u="sng" dirty="0"/>
              <a:t> model</a:t>
            </a:r>
          </a:p>
          <a:p>
            <a:pPr algn="ctr">
              <a:defRPr sz="2000" b="0">
                <a:solidFill>
                  <a:srgbClr val="3C3C3C"/>
                </a:solidFill>
              </a:defRPr>
            </a:pPr>
            <a:r>
              <a:rPr lang="en-US" sz="1200" dirty="0"/>
              <a:t>Predict investment strategy per plot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FEB527-4D0F-CDCE-436F-76E63197667D}"/>
              </a:ext>
            </a:extLst>
          </p:cNvPr>
          <p:cNvSpPr txBox="1"/>
          <p:nvPr/>
        </p:nvSpPr>
        <p:spPr>
          <a:xfrm>
            <a:off x="7453159" y="1798313"/>
            <a:ext cx="2510285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defRPr sz="3000" b="1">
                <a:solidFill>
                  <a:srgbClr val="203A5F"/>
                </a:solidFill>
              </a:defRPr>
            </a:pPr>
            <a:r>
              <a:rPr lang="en-US" sz="1200" b="1" u="sng" dirty="0"/>
              <a:t>Classify historical plots</a:t>
            </a:r>
          </a:p>
          <a:p>
            <a:pPr algn="ctr">
              <a:defRPr sz="2000" b="0">
                <a:solidFill>
                  <a:srgbClr val="3C3C3C"/>
                </a:solidFill>
              </a:defRPr>
            </a:pPr>
            <a:r>
              <a:rPr lang="en-US" sz="1200" dirty="0"/>
              <a:t>Convert historical price data into rolling 1-year chart images.</a:t>
            </a:r>
          </a:p>
          <a:p>
            <a:pPr algn="ctr">
              <a:defRPr sz="2000" b="0">
                <a:solidFill>
                  <a:srgbClr val="3C3C3C"/>
                </a:solidFill>
              </a:defRPr>
            </a:pPr>
            <a:r>
              <a:rPr lang="en-US" sz="1200" dirty="0"/>
              <a:t>Label each image according to future price behavior: BUY, KEEP, SELL</a:t>
            </a:r>
          </a:p>
        </p:txBody>
      </p:sp>
      <p:sp>
        <p:nvSpPr>
          <p:cNvPr id="11" name="Cylinder 10">
            <a:extLst>
              <a:ext uri="{FF2B5EF4-FFF2-40B4-BE49-F238E27FC236}">
                <a16:creationId xmlns:a16="http://schemas.microsoft.com/office/drawing/2014/main" id="{4324FAF4-2A6B-F1A4-D54B-F8C83FF2278A}"/>
              </a:ext>
            </a:extLst>
          </p:cNvPr>
          <p:cNvSpPr/>
          <p:nvPr/>
        </p:nvSpPr>
        <p:spPr>
          <a:xfrm>
            <a:off x="5911906" y="5119640"/>
            <a:ext cx="914400" cy="1216152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203A5F"/>
                </a:solidFill>
              </a:defRPr>
            </a:pPr>
            <a:endParaRPr lang="en-US"/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F5E77E56-8491-4E68-CCBF-83A43A46E28E}"/>
              </a:ext>
            </a:extLst>
          </p:cNvPr>
          <p:cNvCxnSpPr>
            <a:cxnSpLocks/>
            <a:stCxn id="10" idx="1"/>
          </p:cNvCxnSpPr>
          <p:nvPr/>
        </p:nvCxnSpPr>
        <p:spPr>
          <a:xfrm rot="10800000" flipV="1">
            <a:off x="6515741" y="2306145"/>
            <a:ext cx="937419" cy="283165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EE6F673A-CD4B-7DDF-431D-E43C646CFF3A}"/>
              </a:ext>
            </a:extLst>
          </p:cNvPr>
          <p:cNvCxnSpPr>
            <a:cxnSpLocks/>
            <a:stCxn id="9" idx="1"/>
            <a:endCxn id="11" idx="4"/>
          </p:cNvCxnSpPr>
          <p:nvPr/>
        </p:nvCxnSpPr>
        <p:spPr>
          <a:xfrm rot="10800000" flipV="1">
            <a:off x="6826307" y="3652026"/>
            <a:ext cx="626853" cy="2075690"/>
          </a:xfrm>
          <a:prstGeom prst="bentConnector3">
            <a:avLst>
              <a:gd name="adj1" fmla="val 50000"/>
            </a:avLst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5A85DCD5-53F3-8230-1F9C-48B18BAF8D5D}"/>
              </a:ext>
            </a:extLst>
          </p:cNvPr>
          <p:cNvCxnSpPr>
            <a:cxnSpLocks/>
            <a:stCxn id="11" idx="3"/>
            <a:endCxn id="9" idx="2"/>
          </p:cNvCxnSpPr>
          <p:nvPr/>
        </p:nvCxnSpPr>
        <p:spPr>
          <a:xfrm rot="5400000" flipH="1" flipV="1">
            <a:off x="6312237" y="3939727"/>
            <a:ext cx="2452934" cy="2339196"/>
          </a:xfrm>
          <a:prstGeom prst="bentConnector3">
            <a:avLst>
              <a:gd name="adj1" fmla="val -9319"/>
            </a:avLst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CEE66BF4-17A1-FA1F-E2E2-8A9BE7E31C27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4912367" y="3022270"/>
            <a:ext cx="1320161" cy="208705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BDCE4759-16BE-ACED-EAF7-8E2DFF5CB71D}"/>
              </a:ext>
            </a:extLst>
          </p:cNvPr>
          <p:cNvCxnSpPr>
            <a:cxnSpLocks/>
            <a:stCxn id="11" idx="2"/>
            <a:endCxn id="8" idx="3"/>
          </p:cNvCxnSpPr>
          <p:nvPr/>
        </p:nvCxnSpPr>
        <p:spPr>
          <a:xfrm rot="10800000">
            <a:off x="4385030" y="3904408"/>
            <a:ext cx="1526876" cy="182330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BC3E262E-BD4D-464E-5D93-F703C5C6A36A}"/>
              </a:ext>
            </a:extLst>
          </p:cNvPr>
          <p:cNvCxnSpPr>
            <a:cxnSpLocks/>
            <a:stCxn id="11" idx="3"/>
            <a:endCxn id="8" idx="2"/>
          </p:cNvCxnSpPr>
          <p:nvPr/>
        </p:nvCxnSpPr>
        <p:spPr>
          <a:xfrm rot="5400000" flipH="1">
            <a:off x="3666473" y="3633159"/>
            <a:ext cx="2200552" cy="3204714"/>
          </a:xfrm>
          <a:prstGeom prst="bentConnector3">
            <a:avLst>
              <a:gd name="adj1" fmla="val -10388"/>
            </a:avLst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A70CAF48-E465-C3FA-4F28-B5CEB7D88CF4}"/>
              </a:ext>
            </a:extLst>
          </p:cNvPr>
          <p:cNvSpPr txBox="1"/>
          <p:nvPr/>
        </p:nvSpPr>
        <p:spPr>
          <a:xfrm>
            <a:off x="3164392" y="6104959"/>
            <a:ext cx="12072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 sz="3000" b="1">
                <a:solidFill>
                  <a:srgbClr val="203A5F"/>
                </a:solidFill>
              </a:defRPr>
            </a:pPr>
            <a:r>
              <a:rPr lang="en-US" sz="1200" b="1" dirty="0"/>
              <a:t>Best MM model</a:t>
            </a:r>
          </a:p>
          <a:p>
            <a:pPr>
              <a:defRPr sz="3000" b="1">
                <a:solidFill>
                  <a:srgbClr val="203A5F"/>
                </a:solidFill>
              </a:defRPr>
            </a:pPr>
            <a:r>
              <a:rPr lang="en-US" sz="1200" dirty="0"/>
              <a:t>R2 ~= 97%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2071F1D-D858-87BC-3FAC-D2FE0A14C0F7}"/>
              </a:ext>
            </a:extLst>
          </p:cNvPr>
          <p:cNvSpPr txBox="1"/>
          <p:nvPr/>
        </p:nvSpPr>
        <p:spPr>
          <a:xfrm>
            <a:off x="7747235" y="6115648"/>
            <a:ext cx="9724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defRPr sz="3000" b="1">
                <a:solidFill>
                  <a:srgbClr val="203A5F"/>
                </a:solidFill>
              </a:defRPr>
            </a:pPr>
            <a:r>
              <a:rPr lang="en-US" sz="1200" b="1" dirty="0" err="1"/>
              <a:t>fastai</a:t>
            </a:r>
            <a:r>
              <a:rPr lang="en-US" sz="1200" b="1" dirty="0"/>
              <a:t> model</a:t>
            </a:r>
          </a:p>
          <a:p>
            <a:pPr algn="r">
              <a:defRPr sz="3000" b="1">
                <a:solidFill>
                  <a:srgbClr val="203A5F"/>
                </a:solidFill>
              </a:defRPr>
            </a:pPr>
            <a:r>
              <a:rPr lang="en-US" sz="1200" b="1" dirty="0"/>
              <a:t>R2 ~= 73%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CE5573E-B2D9-361E-51E1-07D795ACA4C4}"/>
              </a:ext>
            </a:extLst>
          </p:cNvPr>
          <p:cNvSpPr txBox="1"/>
          <p:nvPr/>
        </p:nvSpPr>
        <p:spPr>
          <a:xfrm>
            <a:off x="7146928" y="4185735"/>
            <a:ext cx="73612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3000" b="1">
                <a:solidFill>
                  <a:srgbClr val="203A5F"/>
                </a:solidFill>
              </a:defRPr>
            </a:pPr>
            <a:r>
              <a:rPr lang="en-US" sz="1100" dirty="0"/>
              <a:t>Classified historical graphs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9A06438-AECB-8F64-406D-BD2AA6A4C617}"/>
              </a:ext>
            </a:extLst>
          </p:cNvPr>
          <p:cNvSpPr txBox="1"/>
          <p:nvPr/>
        </p:nvSpPr>
        <p:spPr>
          <a:xfrm>
            <a:off x="6503087" y="2987740"/>
            <a:ext cx="73612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3000" b="1">
                <a:solidFill>
                  <a:srgbClr val="203A5F"/>
                </a:solidFill>
              </a:defRPr>
            </a:pPr>
            <a:r>
              <a:rPr lang="en-US" sz="1100" dirty="0" err="1"/>
              <a:t>Labled</a:t>
            </a:r>
            <a:r>
              <a:rPr lang="en-US" sz="1100" dirty="0"/>
              <a:t> historical graphs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1FB8B87-F3F4-8197-2726-4B1005F0D7FF}"/>
              </a:ext>
            </a:extLst>
          </p:cNvPr>
          <p:cNvSpPr txBox="1"/>
          <p:nvPr/>
        </p:nvSpPr>
        <p:spPr>
          <a:xfrm>
            <a:off x="5159363" y="3022269"/>
            <a:ext cx="108421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 sz="3000" b="1">
                <a:solidFill>
                  <a:srgbClr val="203A5F"/>
                </a:solidFill>
              </a:defRPr>
            </a:pPr>
            <a:r>
              <a:rPr lang="en-US" sz="1100" dirty="0"/>
              <a:t>Dataset with recommended features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BBAA62F-ECFA-17B3-9D3F-29CBFF680445}"/>
              </a:ext>
            </a:extLst>
          </p:cNvPr>
          <p:cNvSpPr txBox="1"/>
          <p:nvPr/>
        </p:nvSpPr>
        <p:spPr>
          <a:xfrm>
            <a:off x="4060510" y="4185735"/>
            <a:ext cx="108421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 sz="3000" b="1">
                <a:solidFill>
                  <a:srgbClr val="203A5F"/>
                </a:solidFill>
              </a:defRPr>
            </a:pPr>
            <a:r>
              <a:rPr lang="en-US" sz="1100" dirty="0"/>
              <a:t>Dataset with recommended features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CD71DE9B-501F-1C8E-442D-91C605FFD35A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 flipH="1">
            <a:off x="3165053" y="2438371"/>
            <a:ext cx="1" cy="2607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7E3C09C6-D6CE-7879-55EE-D4D2D08F97B1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 flipH="1">
            <a:off x="3164392" y="3345435"/>
            <a:ext cx="661" cy="3281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CCF69E22-D953-E25C-6AB7-8595121622D3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 flipH="1">
            <a:off x="3165054" y="1326879"/>
            <a:ext cx="3122000" cy="4651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60365D43-B91B-427B-6361-647B41AF612A}"/>
              </a:ext>
            </a:extLst>
          </p:cNvPr>
          <p:cNvCxnSpPr>
            <a:cxnSpLocks/>
            <a:stCxn id="4" idx="2"/>
            <a:endCxn id="10" idx="0"/>
          </p:cNvCxnSpPr>
          <p:nvPr/>
        </p:nvCxnSpPr>
        <p:spPr>
          <a:xfrm>
            <a:off x="6287054" y="1326879"/>
            <a:ext cx="2421248" cy="4714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5A0B132C-71C8-6A02-A78B-1917C3C960BC}"/>
              </a:ext>
            </a:extLst>
          </p:cNvPr>
          <p:cNvCxnSpPr>
            <a:cxnSpLocks/>
            <a:stCxn id="10" idx="2"/>
            <a:endCxn id="9" idx="0"/>
          </p:cNvCxnSpPr>
          <p:nvPr/>
        </p:nvCxnSpPr>
        <p:spPr>
          <a:xfrm>
            <a:off x="8708302" y="2813976"/>
            <a:ext cx="0" cy="6072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itle 1">
            <a:extLst>
              <a:ext uri="{FF2B5EF4-FFF2-40B4-BE49-F238E27FC236}">
                <a16:creationId xmlns:a16="http://schemas.microsoft.com/office/drawing/2014/main" id="{A3D34C6F-F163-1DF6-8B21-2A863D5D4D56}"/>
              </a:ext>
            </a:extLst>
          </p:cNvPr>
          <p:cNvSpPr txBox="1">
            <a:spLocks/>
          </p:cNvSpPr>
          <p:nvPr/>
        </p:nvSpPr>
        <p:spPr>
          <a:xfrm>
            <a:off x="743312" y="209853"/>
            <a:ext cx="10515600" cy="5933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3000" b="1">
                <a:solidFill>
                  <a:srgbClr val="203A5F"/>
                </a:solidFill>
              </a:defRPr>
            </a:pPr>
            <a:r>
              <a:rPr lang="en-US" dirty="0" err="1"/>
              <a:t>train.ipynb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5729E7-C3A3-E888-5B26-AB2777BE8F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4754" y="2332949"/>
            <a:ext cx="858823" cy="534832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A661943F-795A-B04E-99F1-CD4C25A044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0647" y="2332949"/>
            <a:ext cx="870531" cy="539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725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206DB-5C9C-5CCC-E565-C935C816E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1">
            <a:extLst>
              <a:ext uri="{FF2B5EF4-FFF2-40B4-BE49-F238E27FC236}">
                <a16:creationId xmlns:a16="http://schemas.microsoft.com/office/drawing/2014/main" id="{0DEF0C84-2FED-9822-CC9F-E14CD3B882A3}"/>
              </a:ext>
            </a:extLst>
          </p:cNvPr>
          <p:cNvSpPr txBox="1">
            <a:spLocks/>
          </p:cNvSpPr>
          <p:nvPr/>
        </p:nvSpPr>
        <p:spPr>
          <a:xfrm>
            <a:off x="743312" y="209853"/>
            <a:ext cx="10515600" cy="5933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3000" b="1">
                <a:solidFill>
                  <a:srgbClr val="203A5F"/>
                </a:solidFill>
              </a:defRPr>
            </a:pPr>
            <a:r>
              <a:rPr lang="en-US" dirty="0" err="1"/>
              <a:t>predict.ipynb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B6A8647-0DC8-5154-384B-502D8C9EA62C}"/>
              </a:ext>
            </a:extLst>
          </p:cNvPr>
          <p:cNvSpPr txBox="1"/>
          <p:nvPr/>
        </p:nvSpPr>
        <p:spPr>
          <a:xfrm>
            <a:off x="5053275" y="1630624"/>
            <a:ext cx="2680423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defRPr sz="3000" b="1">
                <a:solidFill>
                  <a:srgbClr val="203A5F"/>
                </a:solidFill>
              </a:defRPr>
            </a:pPr>
            <a:r>
              <a:rPr lang="en-US" sz="1200" b="1" u="sng" dirty="0"/>
              <a:t>Download historical data for the TKL</a:t>
            </a:r>
          </a:p>
          <a:p>
            <a:pPr algn="ctr">
              <a:defRPr sz="2000" b="0">
                <a:solidFill>
                  <a:srgbClr val="3C3C3C"/>
                </a:solidFill>
              </a:defRPr>
            </a:pPr>
            <a:r>
              <a:rPr lang="en-US" sz="1200" dirty="0"/>
              <a:t>End date =  today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482EBCF-F02E-6355-5830-B9353B533606}"/>
              </a:ext>
            </a:extLst>
          </p:cNvPr>
          <p:cNvSpPr txBox="1"/>
          <p:nvPr/>
        </p:nvSpPr>
        <p:spPr>
          <a:xfrm>
            <a:off x="1936749" y="2680098"/>
            <a:ext cx="2441275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defRPr sz="3000" b="1">
                <a:solidFill>
                  <a:srgbClr val="203A5F"/>
                </a:solidFill>
              </a:defRPr>
            </a:pPr>
            <a:r>
              <a:rPr lang="en-US" sz="1200" b="1" u="sng" dirty="0"/>
              <a:t>Reproduce top TS features</a:t>
            </a:r>
          </a:p>
          <a:p>
            <a:pPr algn="ctr">
              <a:defRPr sz="2000" b="0">
                <a:solidFill>
                  <a:srgbClr val="3C3C3C"/>
                </a:solidFill>
              </a:defRPr>
            </a:pPr>
            <a:r>
              <a:rPr lang="en-US" sz="1200" dirty="0"/>
              <a:t>Those selected by the best model during train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2306139-CF35-1CC7-1EDA-6721B840BE59}"/>
              </a:ext>
            </a:extLst>
          </p:cNvPr>
          <p:cNvSpPr txBox="1"/>
          <p:nvPr/>
        </p:nvSpPr>
        <p:spPr>
          <a:xfrm>
            <a:off x="1936749" y="3806647"/>
            <a:ext cx="2441276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defRPr sz="3000" b="1">
                <a:solidFill>
                  <a:srgbClr val="203A5F"/>
                </a:solidFill>
              </a:defRPr>
            </a:pPr>
            <a:r>
              <a:rPr lang="en-US" sz="1200" b="1" u="sng" dirty="0"/>
              <a:t>Predict</a:t>
            </a:r>
          </a:p>
          <a:p>
            <a:pPr algn="ctr">
              <a:defRPr sz="2000" b="0">
                <a:solidFill>
                  <a:srgbClr val="3C3C3C"/>
                </a:solidFill>
              </a:defRPr>
            </a:pPr>
            <a:r>
              <a:rPr lang="en-US" sz="1200" dirty="0"/>
              <a:t>Stock price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048CD03-B540-D17F-15E6-D8849353853A}"/>
              </a:ext>
            </a:extLst>
          </p:cNvPr>
          <p:cNvSpPr txBox="1"/>
          <p:nvPr/>
        </p:nvSpPr>
        <p:spPr>
          <a:xfrm>
            <a:off x="7972360" y="3770936"/>
            <a:ext cx="2510285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defRPr sz="3000" b="1">
                <a:solidFill>
                  <a:srgbClr val="203A5F"/>
                </a:solidFill>
              </a:defRPr>
            </a:pPr>
            <a:r>
              <a:rPr lang="en-US" sz="1200" b="1" u="sng" dirty="0"/>
              <a:t>Predict </a:t>
            </a:r>
          </a:p>
          <a:p>
            <a:pPr algn="ctr">
              <a:defRPr sz="2000" b="0">
                <a:solidFill>
                  <a:srgbClr val="3C3C3C"/>
                </a:solidFill>
              </a:defRPr>
            </a:pPr>
            <a:r>
              <a:rPr lang="en-US" sz="1200" dirty="0"/>
              <a:t>investment strategy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862293A-2C57-430F-9480-B10AFCD4D812}"/>
              </a:ext>
            </a:extLst>
          </p:cNvPr>
          <p:cNvSpPr txBox="1"/>
          <p:nvPr/>
        </p:nvSpPr>
        <p:spPr>
          <a:xfrm>
            <a:off x="7966146" y="2820915"/>
            <a:ext cx="2510285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defRPr sz="3000" b="1">
                <a:solidFill>
                  <a:srgbClr val="203A5F"/>
                </a:solidFill>
              </a:defRPr>
            </a:pPr>
            <a:r>
              <a:rPr lang="en-US" sz="1200" b="1" u="sng" dirty="0"/>
              <a:t>Generate recent year’s plot</a:t>
            </a:r>
          </a:p>
          <a:p>
            <a:pPr algn="ctr">
              <a:defRPr sz="2000" b="0">
                <a:solidFill>
                  <a:srgbClr val="3C3C3C"/>
                </a:solidFill>
              </a:defRPr>
            </a:pPr>
            <a:r>
              <a:rPr lang="en-US" sz="1200" dirty="0"/>
              <a:t>End date = today</a:t>
            </a:r>
          </a:p>
        </p:txBody>
      </p:sp>
      <p:sp>
        <p:nvSpPr>
          <p:cNvPr id="25" name="Cylinder 24">
            <a:extLst>
              <a:ext uri="{FF2B5EF4-FFF2-40B4-BE49-F238E27FC236}">
                <a16:creationId xmlns:a16="http://schemas.microsoft.com/office/drawing/2014/main" id="{C0F4ED97-CBA9-03A5-D074-C9B964C0A396}"/>
              </a:ext>
            </a:extLst>
          </p:cNvPr>
          <p:cNvSpPr/>
          <p:nvPr/>
        </p:nvSpPr>
        <p:spPr>
          <a:xfrm>
            <a:off x="5904901" y="5469383"/>
            <a:ext cx="914400" cy="1216152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203A5F"/>
                </a:solidFill>
              </a:defRPr>
            </a:pPr>
            <a:endParaRPr lang="en-US"/>
          </a:p>
        </p:txBody>
      </p: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2608B459-DA99-50CC-CFF9-7F04932E1B96}"/>
              </a:ext>
            </a:extLst>
          </p:cNvPr>
          <p:cNvCxnSpPr>
            <a:cxnSpLocks/>
            <a:stCxn id="22" idx="1"/>
            <a:endCxn id="25" idx="4"/>
          </p:cNvCxnSpPr>
          <p:nvPr/>
        </p:nvCxnSpPr>
        <p:spPr>
          <a:xfrm rot="10800000" flipV="1">
            <a:off x="6819302" y="4001769"/>
            <a:ext cx="1153059" cy="2075690"/>
          </a:xfrm>
          <a:prstGeom prst="bentConnector3">
            <a:avLst>
              <a:gd name="adj1" fmla="val 50000"/>
            </a:avLst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EBA333A6-A390-EBB0-9B8B-83F26C9AACB5}"/>
              </a:ext>
            </a:extLst>
          </p:cNvPr>
          <p:cNvCxnSpPr>
            <a:cxnSpLocks/>
            <a:endCxn id="22" idx="2"/>
          </p:cNvCxnSpPr>
          <p:nvPr/>
        </p:nvCxnSpPr>
        <p:spPr>
          <a:xfrm flipV="1">
            <a:off x="6827371" y="4232601"/>
            <a:ext cx="2400132" cy="2229867"/>
          </a:xfrm>
          <a:prstGeom prst="bentConnector2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19322960-D805-324A-CFB4-5ADE0447D5F9}"/>
              </a:ext>
            </a:extLst>
          </p:cNvPr>
          <p:cNvCxnSpPr>
            <a:cxnSpLocks/>
            <a:stCxn id="25" idx="2"/>
            <a:endCxn id="21" idx="3"/>
          </p:cNvCxnSpPr>
          <p:nvPr/>
        </p:nvCxnSpPr>
        <p:spPr>
          <a:xfrm rot="10800000">
            <a:off x="4378025" y="4037481"/>
            <a:ext cx="1526876" cy="203997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90D130EC-42BE-66A3-AE5C-D85F70F6697C}"/>
              </a:ext>
            </a:extLst>
          </p:cNvPr>
          <p:cNvCxnSpPr>
            <a:cxnSpLocks/>
            <a:endCxn id="21" idx="2"/>
          </p:cNvCxnSpPr>
          <p:nvPr/>
        </p:nvCxnSpPr>
        <p:spPr>
          <a:xfrm rot="10800000">
            <a:off x="3157387" y="4268313"/>
            <a:ext cx="2755584" cy="2207443"/>
          </a:xfrm>
          <a:prstGeom prst="bentConnector2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151F0F23-078F-31CF-8346-B126ABF39744}"/>
              </a:ext>
            </a:extLst>
          </p:cNvPr>
          <p:cNvSpPr txBox="1"/>
          <p:nvPr/>
        </p:nvSpPr>
        <p:spPr>
          <a:xfrm>
            <a:off x="3150313" y="6208681"/>
            <a:ext cx="23117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 sz="3000" b="1">
                <a:solidFill>
                  <a:srgbClr val="203A5F"/>
                </a:solidFill>
              </a:defRPr>
            </a:pPr>
            <a:r>
              <a:rPr lang="en-US" sz="1200" dirty="0"/>
              <a:t>Prediction of price, next few days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5663145-B12B-ADB6-0A8D-6B2852D9A6C5}"/>
              </a:ext>
            </a:extLst>
          </p:cNvPr>
          <p:cNvSpPr txBox="1"/>
          <p:nvPr/>
        </p:nvSpPr>
        <p:spPr>
          <a:xfrm>
            <a:off x="6829150" y="6194098"/>
            <a:ext cx="31612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 sz="3000" b="1">
                <a:solidFill>
                  <a:srgbClr val="203A5F"/>
                </a:solidFill>
              </a:defRPr>
            </a:pPr>
            <a:r>
              <a:rPr lang="en-US" sz="1200" dirty="0"/>
              <a:t>Investment strategy for next q: BUY, KEEP, SELL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4573DEC-C72E-71A1-4690-E92C15406851}"/>
              </a:ext>
            </a:extLst>
          </p:cNvPr>
          <p:cNvSpPr txBox="1"/>
          <p:nvPr/>
        </p:nvSpPr>
        <p:spPr>
          <a:xfrm>
            <a:off x="3817308" y="4535478"/>
            <a:ext cx="132041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3000" b="1">
                <a:solidFill>
                  <a:srgbClr val="203A5F"/>
                </a:solidFill>
              </a:defRPr>
            </a:pPr>
            <a:r>
              <a:rPr lang="en-US" sz="1100" dirty="0"/>
              <a:t>Best MM model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A3DBC98-B665-6A37-344C-155401AB6887}"/>
              </a:ext>
            </a:extLst>
          </p:cNvPr>
          <p:cNvCxnSpPr>
            <a:cxnSpLocks/>
            <a:stCxn id="20" idx="2"/>
            <a:endCxn id="21" idx="0"/>
          </p:cNvCxnSpPr>
          <p:nvPr/>
        </p:nvCxnSpPr>
        <p:spPr>
          <a:xfrm>
            <a:off x="3157387" y="3326429"/>
            <a:ext cx="0" cy="480218"/>
          </a:xfrm>
          <a:prstGeom prst="straightConnector1">
            <a:avLst/>
          </a:prstGeom>
          <a:ln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9AABBB7-8059-4418-9133-3AB53EF1EFD5}"/>
              </a:ext>
            </a:extLst>
          </p:cNvPr>
          <p:cNvCxnSpPr>
            <a:cxnSpLocks/>
            <a:stCxn id="18" idx="2"/>
            <a:endCxn id="20" idx="0"/>
          </p:cNvCxnSpPr>
          <p:nvPr/>
        </p:nvCxnSpPr>
        <p:spPr>
          <a:xfrm flipH="1">
            <a:off x="3157387" y="2092289"/>
            <a:ext cx="3236100" cy="587809"/>
          </a:xfrm>
          <a:prstGeom prst="straightConnector1">
            <a:avLst/>
          </a:prstGeom>
          <a:ln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B182CC21-01D5-B346-E38C-DE816A6399A2}"/>
              </a:ext>
            </a:extLst>
          </p:cNvPr>
          <p:cNvCxnSpPr>
            <a:cxnSpLocks/>
            <a:stCxn id="18" idx="2"/>
            <a:endCxn id="24" idx="0"/>
          </p:cNvCxnSpPr>
          <p:nvPr/>
        </p:nvCxnSpPr>
        <p:spPr>
          <a:xfrm>
            <a:off x="6393487" y="2092289"/>
            <a:ext cx="2827802" cy="728626"/>
          </a:xfrm>
          <a:prstGeom prst="straightConnector1">
            <a:avLst/>
          </a:prstGeom>
          <a:ln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E7DDA3F-CE82-B2BC-E3CA-E591DBE6D518}"/>
              </a:ext>
            </a:extLst>
          </p:cNvPr>
          <p:cNvCxnSpPr>
            <a:cxnSpLocks/>
            <a:stCxn id="24" idx="2"/>
            <a:endCxn id="22" idx="0"/>
          </p:cNvCxnSpPr>
          <p:nvPr/>
        </p:nvCxnSpPr>
        <p:spPr>
          <a:xfrm>
            <a:off x="9221289" y="3282580"/>
            <a:ext cx="6214" cy="488356"/>
          </a:xfrm>
          <a:prstGeom prst="straightConnector1">
            <a:avLst/>
          </a:prstGeom>
          <a:ln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25FF840D-B098-A0EE-73AB-CF679889E1EE}"/>
              </a:ext>
            </a:extLst>
          </p:cNvPr>
          <p:cNvSpPr txBox="1"/>
          <p:nvPr/>
        </p:nvSpPr>
        <p:spPr>
          <a:xfrm>
            <a:off x="7398386" y="4477723"/>
            <a:ext cx="12832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3000" b="1">
                <a:solidFill>
                  <a:srgbClr val="203A5F"/>
                </a:solidFill>
              </a:defRPr>
            </a:pPr>
            <a:r>
              <a:rPr lang="en-US" sz="1100" dirty="0"/>
              <a:t>Best </a:t>
            </a:r>
            <a:r>
              <a:rPr lang="en-US" sz="1100" dirty="0" err="1"/>
              <a:t>fastai</a:t>
            </a:r>
            <a:r>
              <a:rPr lang="en-US" sz="1100" dirty="0"/>
              <a:t> model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3B9443B-3700-D7CB-27ED-FC4E9F7C6447}"/>
              </a:ext>
            </a:extLst>
          </p:cNvPr>
          <p:cNvSpPr txBox="1"/>
          <p:nvPr/>
        </p:nvSpPr>
        <p:spPr>
          <a:xfrm>
            <a:off x="5053275" y="270799"/>
            <a:ext cx="2680423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defRPr sz="3000" b="1">
                <a:solidFill>
                  <a:srgbClr val="203A5F"/>
                </a:solidFill>
              </a:defRPr>
            </a:pPr>
            <a:r>
              <a:rPr lang="en-US" sz="1200" b="1" u="sng" dirty="0"/>
              <a:t>LLM API</a:t>
            </a:r>
          </a:p>
          <a:p>
            <a:pPr algn="ctr">
              <a:defRPr sz="2000" b="0">
                <a:solidFill>
                  <a:srgbClr val="3C3C3C"/>
                </a:solidFill>
              </a:defRPr>
            </a:pPr>
            <a:r>
              <a:rPr lang="en-US" sz="1200" dirty="0"/>
              <a:t>Parses: natural language user prompts</a:t>
            </a:r>
          </a:p>
          <a:p>
            <a:pPr algn="ctr">
              <a:defRPr sz="2000" b="0">
                <a:solidFill>
                  <a:srgbClr val="3C3C3C"/>
                </a:solidFill>
              </a:defRPr>
            </a:pPr>
            <a:r>
              <a:rPr lang="en-US" sz="1200" dirty="0"/>
              <a:t>Extracts: Target (ticker), Horizon(days)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23B00CE4-A727-022E-C6C5-CC98E6F49608}"/>
              </a:ext>
            </a:extLst>
          </p:cNvPr>
          <p:cNvCxnSpPr>
            <a:cxnSpLocks/>
            <a:stCxn id="40" idx="2"/>
            <a:endCxn id="18" idx="0"/>
          </p:cNvCxnSpPr>
          <p:nvPr/>
        </p:nvCxnSpPr>
        <p:spPr>
          <a:xfrm>
            <a:off x="6393487" y="917130"/>
            <a:ext cx="0" cy="713494"/>
          </a:xfrm>
          <a:prstGeom prst="straightConnector1">
            <a:avLst/>
          </a:prstGeom>
          <a:ln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7E2728A9-D838-C5A0-EBF8-E651D4A8DAB7}"/>
              </a:ext>
            </a:extLst>
          </p:cNvPr>
          <p:cNvSpPr txBox="1"/>
          <p:nvPr/>
        </p:nvSpPr>
        <p:spPr>
          <a:xfrm>
            <a:off x="5743224" y="1218034"/>
            <a:ext cx="12832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3000" b="1">
                <a:solidFill>
                  <a:srgbClr val="203A5F"/>
                </a:solidFill>
              </a:defRPr>
            </a:pPr>
            <a:r>
              <a:rPr lang="en-US" sz="1100" dirty="0"/>
              <a:t>  [TKL  days]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975126A9-6395-4347-85DB-3A9888052B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9285" y="2633844"/>
            <a:ext cx="1196677" cy="807297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F466E8B6-028F-9A71-0E21-3FE9E0C414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2868" y="2621117"/>
            <a:ext cx="1184690" cy="807297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8892692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27E1E-B340-0F73-F739-AAB8FE37C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3DBEF7D-B5B0-EFBB-67F7-BD95CBC8C619}"/>
              </a:ext>
            </a:extLst>
          </p:cNvPr>
          <p:cNvSpPr txBox="1"/>
          <p:nvPr/>
        </p:nvSpPr>
        <p:spPr>
          <a:xfrm>
            <a:off x="4738791" y="495882"/>
            <a:ext cx="3096526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defRPr sz="3000" b="1">
                <a:solidFill>
                  <a:srgbClr val="203A5F"/>
                </a:solidFill>
              </a:defRPr>
            </a:pPr>
            <a:r>
              <a:rPr lang="en-US" sz="1200" b="1" u="sng" dirty="0"/>
              <a:t>Download historical data</a:t>
            </a:r>
          </a:p>
          <a:p>
            <a:pPr algn="ctr">
              <a:defRPr sz="2000" b="0">
                <a:solidFill>
                  <a:srgbClr val="3C3C3C"/>
                </a:solidFill>
              </a:defRPr>
            </a:pPr>
            <a:r>
              <a:rPr lang="en-US" sz="1200" dirty="0"/>
              <a:t>Aggregates historical stock prices + macroeconomic indicators: Oil, Gold, S&amp;P, NASDAQ, Real Estate, Inflation expectations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9A2327-2111-4BC8-03DE-008C58E7728A}"/>
              </a:ext>
            </a:extLst>
          </p:cNvPr>
          <p:cNvSpPr txBox="1"/>
          <p:nvPr/>
        </p:nvSpPr>
        <p:spPr>
          <a:xfrm>
            <a:off x="1417739" y="1792040"/>
            <a:ext cx="3494629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defRPr sz="3000" b="1">
                <a:solidFill>
                  <a:srgbClr val="203A5F"/>
                </a:solidFill>
              </a:defRPr>
            </a:pPr>
            <a:r>
              <a:rPr lang="en-US" sz="1200" b="1" u="sng" dirty="0"/>
              <a:t>Feature generation</a:t>
            </a:r>
          </a:p>
          <a:p>
            <a:pPr algn="ctr">
              <a:defRPr sz="2000" b="0">
                <a:solidFill>
                  <a:srgbClr val="3C3C3C"/>
                </a:solidFill>
              </a:defRPr>
            </a:pPr>
            <a:r>
              <a:rPr lang="en-US" sz="1200" dirty="0"/>
              <a:t>Some 300 auto-generated features per asset. Including rolling lag, min, max, mean, std, diff, pct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08B4DE-4FD1-89EF-54F9-D22BA01E2348}"/>
              </a:ext>
            </a:extLst>
          </p:cNvPr>
          <p:cNvSpPr txBox="1"/>
          <p:nvPr/>
        </p:nvSpPr>
        <p:spPr>
          <a:xfrm>
            <a:off x="1417738" y="2699104"/>
            <a:ext cx="3494629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defRPr sz="3000" b="1">
                <a:solidFill>
                  <a:srgbClr val="203A5F"/>
                </a:solidFill>
              </a:defRPr>
            </a:pPr>
            <a:r>
              <a:rPr lang="en-US" sz="1200" b="1" u="sng" dirty="0"/>
              <a:t>Feature selection</a:t>
            </a:r>
          </a:p>
          <a:p>
            <a:pPr algn="ctr">
              <a:defRPr sz="2000" b="0">
                <a:solidFill>
                  <a:srgbClr val="3C3C3C"/>
                </a:solidFill>
              </a:defRPr>
            </a:pPr>
            <a:r>
              <a:rPr lang="en-US" sz="1200" dirty="0"/>
              <a:t>an </a:t>
            </a:r>
            <a:r>
              <a:rPr lang="en-US" sz="1200" dirty="0" err="1"/>
              <a:t>XGBoost</a:t>
            </a:r>
            <a:r>
              <a:rPr lang="en-US" sz="1200" dirty="0"/>
              <a:t> model ranks feature importance and selects top 20 most impactful features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FCA140-0479-C44D-8D60-FEA7A195CC28}"/>
              </a:ext>
            </a:extLst>
          </p:cNvPr>
          <p:cNvSpPr txBox="1"/>
          <p:nvPr/>
        </p:nvSpPr>
        <p:spPr>
          <a:xfrm>
            <a:off x="1943754" y="3673575"/>
            <a:ext cx="2441276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defRPr sz="3000" b="1">
                <a:solidFill>
                  <a:srgbClr val="203A5F"/>
                </a:solidFill>
              </a:defRPr>
            </a:pPr>
            <a:r>
              <a:rPr lang="en-US" sz="1200" b="1" u="sng" dirty="0"/>
              <a:t>Train models</a:t>
            </a:r>
          </a:p>
          <a:p>
            <a:pPr algn="ctr">
              <a:defRPr sz="2000" b="0">
                <a:solidFill>
                  <a:srgbClr val="3C3C3C"/>
                </a:solidFill>
              </a:defRPr>
            </a:pPr>
            <a:r>
              <a:rPr lang="en-US" sz="1200" dirty="0"/>
              <a:t>LSTM, GRU, CNN , and combinations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FB10E8-EDAF-A598-ADD2-4EE64F29323F}"/>
              </a:ext>
            </a:extLst>
          </p:cNvPr>
          <p:cNvSpPr txBox="1"/>
          <p:nvPr/>
        </p:nvSpPr>
        <p:spPr>
          <a:xfrm>
            <a:off x="7453159" y="3421193"/>
            <a:ext cx="2510285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defRPr sz="3000" b="1">
                <a:solidFill>
                  <a:srgbClr val="203A5F"/>
                </a:solidFill>
              </a:defRPr>
            </a:pPr>
            <a:r>
              <a:rPr lang="en-US" sz="1200" b="1" u="sng" dirty="0"/>
              <a:t>Train/Validate </a:t>
            </a:r>
            <a:r>
              <a:rPr lang="en-US" sz="1200" b="1" u="sng" dirty="0" err="1"/>
              <a:t>fastai</a:t>
            </a:r>
            <a:r>
              <a:rPr lang="en-US" sz="1200" b="1" u="sng" dirty="0"/>
              <a:t> model</a:t>
            </a:r>
          </a:p>
          <a:p>
            <a:pPr algn="ctr">
              <a:defRPr sz="2000" b="0">
                <a:solidFill>
                  <a:srgbClr val="3C3C3C"/>
                </a:solidFill>
              </a:defRPr>
            </a:pPr>
            <a:r>
              <a:rPr lang="en-US" sz="1200" dirty="0"/>
              <a:t>Predict investment strategy per plot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E99D9C-5796-6DAD-15AD-2B3B9AC0804C}"/>
              </a:ext>
            </a:extLst>
          </p:cNvPr>
          <p:cNvSpPr txBox="1"/>
          <p:nvPr/>
        </p:nvSpPr>
        <p:spPr>
          <a:xfrm>
            <a:off x="7453159" y="1798313"/>
            <a:ext cx="2510285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defRPr sz="3000" b="1">
                <a:solidFill>
                  <a:srgbClr val="203A5F"/>
                </a:solidFill>
              </a:defRPr>
            </a:pPr>
            <a:r>
              <a:rPr lang="en-US" sz="1200" b="1" u="sng" dirty="0"/>
              <a:t>Classify historical plots</a:t>
            </a:r>
          </a:p>
          <a:p>
            <a:pPr algn="ctr">
              <a:defRPr sz="2000" b="0">
                <a:solidFill>
                  <a:srgbClr val="3C3C3C"/>
                </a:solidFill>
              </a:defRPr>
            </a:pPr>
            <a:r>
              <a:rPr lang="en-US" sz="1200" dirty="0"/>
              <a:t>Convert historical price data into rolling 1-year chart images.</a:t>
            </a:r>
          </a:p>
          <a:p>
            <a:pPr algn="ctr">
              <a:defRPr sz="2000" b="0">
                <a:solidFill>
                  <a:srgbClr val="3C3C3C"/>
                </a:solidFill>
              </a:defRPr>
            </a:pPr>
            <a:r>
              <a:rPr lang="en-US" sz="1200" dirty="0"/>
              <a:t>Label each image according to future price behavior: BUY, KEEP, SELL</a:t>
            </a:r>
          </a:p>
        </p:txBody>
      </p:sp>
      <p:sp>
        <p:nvSpPr>
          <p:cNvPr id="11" name="Cylinder 10">
            <a:extLst>
              <a:ext uri="{FF2B5EF4-FFF2-40B4-BE49-F238E27FC236}">
                <a16:creationId xmlns:a16="http://schemas.microsoft.com/office/drawing/2014/main" id="{3DF8E4F6-AFF4-767B-B6AA-785EABC5B738}"/>
              </a:ext>
            </a:extLst>
          </p:cNvPr>
          <p:cNvSpPr/>
          <p:nvPr/>
        </p:nvSpPr>
        <p:spPr>
          <a:xfrm>
            <a:off x="5911906" y="5119640"/>
            <a:ext cx="914400" cy="1216152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203A5F"/>
                </a:solidFill>
              </a:defRPr>
            </a:pPr>
            <a:endParaRPr lang="en-US"/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615AF86E-3A24-D24C-C7D3-73E857318458}"/>
              </a:ext>
            </a:extLst>
          </p:cNvPr>
          <p:cNvCxnSpPr>
            <a:cxnSpLocks/>
            <a:stCxn id="10" idx="1"/>
          </p:cNvCxnSpPr>
          <p:nvPr/>
        </p:nvCxnSpPr>
        <p:spPr>
          <a:xfrm rot="10800000" flipV="1">
            <a:off x="6515741" y="2306145"/>
            <a:ext cx="937419" cy="283165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8AE5FCB8-CE4F-EF0D-5EF6-F4B022CB043D}"/>
              </a:ext>
            </a:extLst>
          </p:cNvPr>
          <p:cNvCxnSpPr>
            <a:cxnSpLocks/>
            <a:stCxn id="9" idx="1"/>
            <a:endCxn id="11" idx="4"/>
          </p:cNvCxnSpPr>
          <p:nvPr/>
        </p:nvCxnSpPr>
        <p:spPr>
          <a:xfrm rot="10800000" flipV="1">
            <a:off x="6826307" y="3652026"/>
            <a:ext cx="626853" cy="2075690"/>
          </a:xfrm>
          <a:prstGeom prst="bentConnector3">
            <a:avLst>
              <a:gd name="adj1" fmla="val 50000"/>
            </a:avLst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FD1D8D66-CAFE-F788-46D9-9517E97525AD}"/>
              </a:ext>
            </a:extLst>
          </p:cNvPr>
          <p:cNvCxnSpPr>
            <a:cxnSpLocks/>
            <a:stCxn id="11" idx="3"/>
            <a:endCxn id="9" idx="2"/>
          </p:cNvCxnSpPr>
          <p:nvPr/>
        </p:nvCxnSpPr>
        <p:spPr>
          <a:xfrm rot="5400000" flipH="1" flipV="1">
            <a:off x="6312237" y="3939727"/>
            <a:ext cx="2452934" cy="2339196"/>
          </a:xfrm>
          <a:prstGeom prst="bentConnector3">
            <a:avLst>
              <a:gd name="adj1" fmla="val -9319"/>
            </a:avLst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E9A03390-6D13-96A5-C0F9-C5623668073A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4912367" y="3022270"/>
            <a:ext cx="1320161" cy="208705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9D77C083-B9DF-A509-0D21-E69AE6C8336A}"/>
              </a:ext>
            </a:extLst>
          </p:cNvPr>
          <p:cNvCxnSpPr>
            <a:cxnSpLocks/>
            <a:stCxn id="11" idx="2"/>
            <a:endCxn id="8" idx="3"/>
          </p:cNvCxnSpPr>
          <p:nvPr/>
        </p:nvCxnSpPr>
        <p:spPr>
          <a:xfrm rot="10800000">
            <a:off x="4385030" y="3904408"/>
            <a:ext cx="1526876" cy="182330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DA18EF15-2D6D-24DD-6C04-CBF65FBE9D3F}"/>
              </a:ext>
            </a:extLst>
          </p:cNvPr>
          <p:cNvCxnSpPr>
            <a:cxnSpLocks/>
            <a:stCxn id="11" idx="3"/>
            <a:endCxn id="8" idx="2"/>
          </p:cNvCxnSpPr>
          <p:nvPr/>
        </p:nvCxnSpPr>
        <p:spPr>
          <a:xfrm rot="5400000" flipH="1">
            <a:off x="3666473" y="3633159"/>
            <a:ext cx="2200552" cy="3204714"/>
          </a:xfrm>
          <a:prstGeom prst="bentConnector3">
            <a:avLst>
              <a:gd name="adj1" fmla="val -10388"/>
            </a:avLst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54397B3D-97C1-3B68-4F2C-A8712A89698F}"/>
              </a:ext>
            </a:extLst>
          </p:cNvPr>
          <p:cNvSpPr txBox="1"/>
          <p:nvPr/>
        </p:nvSpPr>
        <p:spPr>
          <a:xfrm>
            <a:off x="3164392" y="6104959"/>
            <a:ext cx="12072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 sz="3000" b="1">
                <a:solidFill>
                  <a:srgbClr val="203A5F"/>
                </a:solidFill>
              </a:defRPr>
            </a:pPr>
            <a:r>
              <a:rPr lang="en-US" sz="1200" b="1" dirty="0"/>
              <a:t>Best MM model</a:t>
            </a:r>
          </a:p>
          <a:p>
            <a:pPr>
              <a:defRPr sz="3000" b="1">
                <a:solidFill>
                  <a:srgbClr val="203A5F"/>
                </a:solidFill>
              </a:defRPr>
            </a:pPr>
            <a:r>
              <a:rPr lang="en-US" sz="1200" dirty="0"/>
              <a:t>R2 ~= 97%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14AAF2A-7FD1-9905-E605-1D489F7A115D}"/>
              </a:ext>
            </a:extLst>
          </p:cNvPr>
          <p:cNvSpPr txBox="1"/>
          <p:nvPr/>
        </p:nvSpPr>
        <p:spPr>
          <a:xfrm>
            <a:off x="7747235" y="6115648"/>
            <a:ext cx="9724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defRPr sz="3000" b="1">
                <a:solidFill>
                  <a:srgbClr val="203A5F"/>
                </a:solidFill>
              </a:defRPr>
            </a:pPr>
            <a:r>
              <a:rPr lang="en-US" sz="1200" b="1" dirty="0" err="1"/>
              <a:t>fastai</a:t>
            </a:r>
            <a:r>
              <a:rPr lang="en-US" sz="1200" b="1" dirty="0"/>
              <a:t> model</a:t>
            </a:r>
          </a:p>
          <a:p>
            <a:pPr algn="r">
              <a:defRPr sz="3000" b="1">
                <a:solidFill>
                  <a:srgbClr val="203A5F"/>
                </a:solidFill>
              </a:defRPr>
            </a:pPr>
            <a:r>
              <a:rPr lang="en-US" sz="1200" b="1" dirty="0"/>
              <a:t>R2 ~= 73%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2A8E13D-2964-6C72-8BFD-417C66773071}"/>
              </a:ext>
            </a:extLst>
          </p:cNvPr>
          <p:cNvSpPr txBox="1"/>
          <p:nvPr/>
        </p:nvSpPr>
        <p:spPr>
          <a:xfrm>
            <a:off x="7146928" y="4185735"/>
            <a:ext cx="73612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3000" b="1">
                <a:solidFill>
                  <a:srgbClr val="203A5F"/>
                </a:solidFill>
              </a:defRPr>
            </a:pPr>
            <a:r>
              <a:rPr lang="en-US" sz="1100" dirty="0"/>
              <a:t>Classified historical graphs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530A65E-11CE-E233-9AF9-4E509F3F2799}"/>
              </a:ext>
            </a:extLst>
          </p:cNvPr>
          <p:cNvSpPr txBox="1"/>
          <p:nvPr/>
        </p:nvSpPr>
        <p:spPr>
          <a:xfrm>
            <a:off x="6503087" y="2987740"/>
            <a:ext cx="73612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3000" b="1">
                <a:solidFill>
                  <a:srgbClr val="203A5F"/>
                </a:solidFill>
              </a:defRPr>
            </a:pPr>
            <a:r>
              <a:rPr lang="en-US" sz="1100" dirty="0" err="1"/>
              <a:t>Labled</a:t>
            </a:r>
            <a:r>
              <a:rPr lang="en-US" sz="1100" dirty="0"/>
              <a:t> historical graphs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A1C029C-CE46-8DA7-2052-36544D21CBEB}"/>
              </a:ext>
            </a:extLst>
          </p:cNvPr>
          <p:cNvSpPr txBox="1"/>
          <p:nvPr/>
        </p:nvSpPr>
        <p:spPr>
          <a:xfrm>
            <a:off x="5159363" y="3022269"/>
            <a:ext cx="108421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 sz="3000" b="1">
                <a:solidFill>
                  <a:srgbClr val="203A5F"/>
                </a:solidFill>
              </a:defRPr>
            </a:pPr>
            <a:r>
              <a:rPr lang="en-US" sz="1100" dirty="0"/>
              <a:t>Dataset with recommended features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8FACD9A-830A-68ED-F311-01A8D006D3A4}"/>
              </a:ext>
            </a:extLst>
          </p:cNvPr>
          <p:cNvSpPr txBox="1"/>
          <p:nvPr/>
        </p:nvSpPr>
        <p:spPr>
          <a:xfrm>
            <a:off x="4060510" y="4185735"/>
            <a:ext cx="108421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 sz="3000" b="1">
                <a:solidFill>
                  <a:srgbClr val="203A5F"/>
                </a:solidFill>
              </a:defRPr>
            </a:pPr>
            <a:r>
              <a:rPr lang="en-US" sz="1100" dirty="0"/>
              <a:t>Dataset with recommended features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26DEC462-3014-67EC-2400-581153324DB8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 flipH="1">
            <a:off x="3165053" y="2438371"/>
            <a:ext cx="1" cy="2607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3592C6F1-25E4-876E-7565-CBA64FF06AFA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 flipH="1">
            <a:off x="3164392" y="3345435"/>
            <a:ext cx="661" cy="3281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D21AA8FE-C983-EC37-DFCD-E7110C8186CB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 flipH="1">
            <a:off x="3165054" y="1326879"/>
            <a:ext cx="3122000" cy="4651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8EE595E7-899D-8819-612F-F105E0613E7B}"/>
              </a:ext>
            </a:extLst>
          </p:cNvPr>
          <p:cNvCxnSpPr>
            <a:cxnSpLocks/>
            <a:stCxn id="4" idx="2"/>
            <a:endCxn id="10" idx="0"/>
          </p:cNvCxnSpPr>
          <p:nvPr/>
        </p:nvCxnSpPr>
        <p:spPr>
          <a:xfrm>
            <a:off x="6287054" y="1326879"/>
            <a:ext cx="2421248" cy="4714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8E956A9A-15D7-0723-4F9F-A4F9191D0E03}"/>
              </a:ext>
            </a:extLst>
          </p:cNvPr>
          <p:cNvCxnSpPr>
            <a:cxnSpLocks/>
            <a:stCxn id="10" idx="2"/>
            <a:endCxn id="9" idx="0"/>
          </p:cNvCxnSpPr>
          <p:nvPr/>
        </p:nvCxnSpPr>
        <p:spPr>
          <a:xfrm>
            <a:off x="8708302" y="2813976"/>
            <a:ext cx="0" cy="6072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itle 1">
            <a:extLst>
              <a:ext uri="{FF2B5EF4-FFF2-40B4-BE49-F238E27FC236}">
                <a16:creationId xmlns:a16="http://schemas.microsoft.com/office/drawing/2014/main" id="{B0388802-F14F-7170-0E7E-B8CF5C141762}"/>
              </a:ext>
            </a:extLst>
          </p:cNvPr>
          <p:cNvSpPr txBox="1">
            <a:spLocks/>
          </p:cNvSpPr>
          <p:nvPr/>
        </p:nvSpPr>
        <p:spPr>
          <a:xfrm>
            <a:off x="743312" y="209853"/>
            <a:ext cx="10515600" cy="5933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3000" b="1">
                <a:solidFill>
                  <a:srgbClr val="203A5F"/>
                </a:solidFill>
              </a:defRPr>
            </a:pPr>
            <a:r>
              <a:rPr lang="en-US" dirty="0"/>
              <a:t>Train ‘AAPL’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798ECC-3D2A-6707-CBA5-8EA7276995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4754" y="2332949"/>
            <a:ext cx="858823" cy="534832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7DB61489-AF0D-CEA0-CFF6-53B975417E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0647" y="2332949"/>
            <a:ext cx="870531" cy="53922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80EE1D6-E526-17D2-F1FC-3EC00DA37A2F}"/>
              </a:ext>
            </a:extLst>
          </p:cNvPr>
          <p:cNvSpPr txBox="1"/>
          <p:nvPr/>
        </p:nvSpPr>
        <p:spPr>
          <a:xfrm>
            <a:off x="139456" y="1638563"/>
            <a:ext cx="1252503" cy="2446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/>
              <a:t>y</a:t>
            </a:r>
          </a:p>
          <a:p>
            <a:r>
              <a:rPr lang="en-US" sz="900" dirty="0"/>
              <a:t>y_mean_5</a:t>
            </a:r>
          </a:p>
          <a:p>
            <a:r>
              <a:rPr lang="en-US" sz="900" dirty="0"/>
              <a:t>y_diff_10</a:t>
            </a:r>
          </a:p>
          <a:p>
            <a:r>
              <a:rPr lang="en-US" sz="900" dirty="0"/>
              <a:t>y_lag_2</a:t>
            </a:r>
          </a:p>
          <a:p>
            <a:r>
              <a:rPr lang="en-US" sz="900" dirty="0"/>
              <a:t>y_diff_5</a:t>
            </a:r>
          </a:p>
          <a:p>
            <a:r>
              <a:rPr lang="en-US" sz="900" dirty="0"/>
              <a:t>y_mean_10</a:t>
            </a:r>
          </a:p>
          <a:p>
            <a:r>
              <a:rPr lang="en-US" sz="900" dirty="0"/>
              <a:t>y_min_22</a:t>
            </a:r>
          </a:p>
          <a:p>
            <a:r>
              <a:rPr lang="en-US" sz="900" dirty="0"/>
              <a:t>y_min_5</a:t>
            </a:r>
          </a:p>
          <a:p>
            <a:r>
              <a:rPr lang="en-US" sz="900" dirty="0"/>
              <a:t>y_diff_22</a:t>
            </a:r>
          </a:p>
          <a:p>
            <a:r>
              <a:rPr lang="en-US" sz="900" dirty="0"/>
              <a:t>y_std_5</a:t>
            </a:r>
          </a:p>
          <a:p>
            <a:r>
              <a:rPr lang="en-US" sz="900" dirty="0"/>
              <a:t>y_max_66</a:t>
            </a:r>
          </a:p>
          <a:p>
            <a:r>
              <a:rPr lang="en-US" sz="900" dirty="0"/>
              <a:t>NASDAQ</a:t>
            </a:r>
          </a:p>
          <a:p>
            <a:r>
              <a:rPr lang="en-US" sz="900" dirty="0"/>
              <a:t>NASDAQ_max_22</a:t>
            </a:r>
          </a:p>
          <a:p>
            <a:r>
              <a:rPr lang="en-US" sz="900" dirty="0"/>
              <a:t>NASDAQ_min_10 NASDAQ_min_66</a:t>
            </a:r>
          </a:p>
          <a:p>
            <a:r>
              <a:rPr lang="en-US" sz="900" dirty="0"/>
              <a:t>SP500_lag_5</a:t>
            </a:r>
          </a:p>
          <a:p>
            <a:r>
              <a:rPr lang="en-US" sz="900" dirty="0"/>
              <a:t>Oil</a:t>
            </a:r>
            <a:endParaRPr lang="en-US" sz="10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F91A028-FAC3-BF70-B104-8D2CF2A42D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457" y="4559412"/>
            <a:ext cx="2967846" cy="202335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C8FB839-B23F-560F-0671-F83D29F11E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1690" y="1953777"/>
            <a:ext cx="1139079" cy="213161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2B8C1CC-3303-3312-4BD3-8AFB7B3F64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34080" y="490438"/>
            <a:ext cx="2895420" cy="114249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13410962-DD9F-E250-251A-D17E8F0F228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73223" y="4253218"/>
            <a:ext cx="2547902" cy="2321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4628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A5F5D6-F98F-EB94-0876-C60C5DBF7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1">
            <a:extLst>
              <a:ext uri="{FF2B5EF4-FFF2-40B4-BE49-F238E27FC236}">
                <a16:creationId xmlns:a16="http://schemas.microsoft.com/office/drawing/2014/main" id="{AF8B65C8-1048-2A75-10FA-DBF9E814F44D}"/>
              </a:ext>
            </a:extLst>
          </p:cNvPr>
          <p:cNvSpPr txBox="1">
            <a:spLocks/>
          </p:cNvSpPr>
          <p:nvPr/>
        </p:nvSpPr>
        <p:spPr>
          <a:xfrm>
            <a:off x="743312" y="209853"/>
            <a:ext cx="10515600" cy="5933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3000" b="1">
                <a:solidFill>
                  <a:srgbClr val="203A5F"/>
                </a:solidFill>
              </a:defRPr>
            </a:pPr>
            <a:r>
              <a:rPr lang="en-US" dirty="0"/>
              <a:t>Predict ‘TEVA’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0738135-328B-46CE-2ECB-C400013F82F1}"/>
              </a:ext>
            </a:extLst>
          </p:cNvPr>
          <p:cNvSpPr txBox="1"/>
          <p:nvPr/>
        </p:nvSpPr>
        <p:spPr>
          <a:xfrm>
            <a:off x="5053275" y="1630624"/>
            <a:ext cx="2680423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defRPr sz="3000" b="1">
                <a:solidFill>
                  <a:srgbClr val="203A5F"/>
                </a:solidFill>
              </a:defRPr>
            </a:pPr>
            <a:r>
              <a:rPr lang="en-US" sz="1200" b="1" u="sng" dirty="0"/>
              <a:t>Download historical data for the TKL</a:t>
            </a:r>
          </a:p>
          <a:p>
            <a:pPr algn="ctr">
              <a:defRPr sz="2000" b="0">
                <a:solidFill>
                  <a:srgbClr val="3C3C3C"/>
                </a:solidFill>
              </a:defRPr>
            </a:pPr>
            <a:r>
              <a:rPr lang="en-US" sz="1200" dirty="0"/>
              <a:t>End date =  today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DDFA4F4-88F1-102E-4C23-99D755B0E50D}"/>
              </a:ext>
            </a:extLst>
          </p:cNvPr>
          <p:cNvSpPr txBox="1"/>
          <p:nvPr/>
        </p:nvSpPr>
        <p:spPr>
          <a:xfrm>
            <a:off x="1936749" y="2680098"/>
            <a:ext cx="2441275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defRPr sz="3000" b="1">
                <a:solidFill>
                  <a:srgbClr val="203A5F"/>
                </a:solidFill>
              </a:defRPr>
            </a:pPr>
            <a:r>
              <a:rPr lang="en-US" sz="1200" b="1" u="sng" dirty="0"/>
              <a:t>Reproduce top TS features</a:t>
            </a:r>
          </a:p>
          <a:p>
            <a:pPr algn="ctr">
              <a:defRPr sz="2000" b="0">
                <a:solidFill>
                  <a:srgbClr val="3C3C3C"/>
                </a:solidFill>
              </a:defRPr>
            </a:pPr>
            <a:r>
              <a:rPr lang="en-US" sz="1200" dirty="0"/>
              <a:t>Those selected by the best model during train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CAFF70A-89D0-2F4B-5A9D-3A66959F9A57}"/>
              </a:ext>
            </a:extLst>
          </p:cNvPr>
          <p:cNvSpPr txBox="1"/>
          <p:nvPr/>
        </p:nvSpPr>
        <p:spPr>
          <a:xfrm>
            <a:off x="1936749" y="3806647"/>
            <a:ext cx="2441276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defRPr sz="3000" b="1">
                <a:solidFill>
                  <a:srgbClr val="203A5F"/>
                </a:solidFill>
              </a:defRPr>
            </a:pPr>
            <a:r>
              <a:rPr lang="en-US" sz="1200" b="1" u="sng" dirty="0"/>
              <a:t>Predict</a:t>
            </a:r>
          </a:p>
          <a:p>
            <a:pPr algn="ctr">
              <a:defRPr sz="2000" b="0">
                <a:solidFill>
                  <a:srgbClr val="3C3C3C"/>
                </a:solidFill>
              </a:defRPr>
            </a:pPr>
            <a:r>
              <a:rPr lang="en-US" sz="1200" dirty="0"/>
              <a:t>Stock price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93A49C3-57FA-87BE-5D88-7020DFDF3E26}"/>
              </a:ext>
            </a:extLst>
          </p:cNvPr>
          <p:cNvSpPr txBox="1"/>
          <p:nvPr/>
        </p:nvSpPr>
        <p:spPr>
          <a:xfrm>
            <a:off x="7972360" y="3770936"/>
            <a:ext cx="2510285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defRPr sz="3000" b="1">
                <a:solidFill>
                  <a:srgbClr val="203A5F"/>
                </a:solidFill>
              </a:defRPr>
            </a:pPr>
            <a:r>
              <a:rPr lang="en-US" sz="1200" b="1" u="sng" dirty="0"/>
              <a:t>Predict </a:t>
            </a:r>
          </a:p>
          <a:p>
            <a:pPr algn="ctr">
              <a:defRPr sz="2000" b="0">
                <a:solidFill>
                  <a:srgbClr val="3C3C3C"/>
                </a:solidFill>
              </a:defRPr>
            </a:pPr>
            <a:r>
              <a:rPr lang="en-US" sz="1200" dirty="0"/>
              <a:t>investment strategy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0B987D8-7238-5917-2A3F-C5DFC38FBD1E}"/>
              </a:ext>
            </a:extLst>
          </p:cNvPr>
          <p:cNvSpPr txBox="1"/>
          <p:nvPr/>
        </p:nvSpPr>
        <p:spPr>
          <a:xfrm>
            <a:off x="7966146" y="2820915"/>
            <a:ext cx="2510285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defRPr sz="3000" b="1">
                <a:solidFill>
                  <a:srgbClr val="203A5F"/>
                </a:solidFill>
              </a:defRPr>
            </a:pPr>
            <a:r>
              <a:rPr lang="en-US" sz="1200" b="1" u="sng" dirty="0"/>
              <a:t>Generate recent year’s plot</a:t>
            </a:r>
          </a:p>
          <a:p>
            <a:pPr algn="ctr">
              <a:defRPr sz="2000" b="0">
                <a:solidFill>
                  <a:srgbClr val="3C3C3C"/>
                </a:solidFill>
              </a:defRPr>
            </a:pPr>
            <a:r>
              <a:rPr lang="en-US" sz="1200" dirty="0"/>
              <a:t>End date = today</a:t>
            </a:r>
          </a:p>
        </p:txBody>
      </p:sp>
      <p:sp>
        <p:nvSpPr>
          <p:cNvPr id="25" name="Cylinder 24">
            <a:extLst>
              <a:ext uri="{FF2B5EF4-FFF2-40B4-BE49-F238E27FC236}">
                <a16:creationId xmlns:a16="http://schemas.microsoft.com/office/drawing/2014/main" id="{12204575-568E-7E2A-B7CB-5A23BB20A14D}"/>
              </a:ext>
            </a:extLst>
          </p:cNvPr>
          <p:cNvSpPr/>
          <p:nvPr/>
        </p:nvSpPr>
        <p:spPr>
          <a:xfrm>
            <a:off x="5904901" y="5469383"/>
            <a:ext cx="914400" cy="1216152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203A5F"/>
                </a:solidFill>
              </a:defRPr>
            </a:pPr>
            <a:endParaRPr lang="en-US"/>
          </a:p>
        </p:txBody>
      </p: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3DCDEB4E-B444-EA53-4251-5B0976856D3E}"/>
              </a:ext>
            </a:extLst>
          </p:cNvPr>
          <p:cNvCxnSpPr>
            <a:cxnSpLocks/>
            <a:stCxn id="22" idx="1"/>
            <a:endCxn id="25" idx="4"/>
          </p:cNvCxnSpPr>
          <p:nvPr/>
        </p:nvCxnSpPr>
        <p:spPr>
          <a:xfrm rot="10800000" flipV="1">
            <a:off x="6819302" y="4001769"/>
            <a:ext cx="1153059" cy="2075690"/>
          </a:xfrm>
          <a:prstGeom prst="bentConnector3">
            <a:avLst>
              <a:gd name="adj1" fmla="val 50000"/>
            </a:avLst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EBAAAC3D-6006-C122-7F14-FCFDA77C851D}"/>
              </a:ext>
            </a:extLst>
          </p:cNvPr>
          <p:cNvCxnSpPr>
            <a:cxnSpLocks/>
            <a:endCxn id="22" idx="2"/>
          </p:cNvCxnSpPr>
          <p:nvPr/>
        </p:nvCxnSpPr>
        <p:spPr>
          <a:xfrm flipV="1">
            <a:off x="6827371" y="4232601"/>
            <a:ext cx="2400132" cy="2229867"/>
          </a:xfrm>
          <a:prstGeom prst="bentConnector2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A0D2CB7A-BC3A-CAD8-38A8-6E6A6EC26CAE}"/>
              </a:ext>
            </a:extLst>
          </p:cNvPr>
          <p:cNvCxnSpPr>
            <a:cxnSpLocks/>
            <a:stCxn id="25" idx="2"/>
            <a:endCxn id="21" idx="3"/>
          </p:cNvCxnSpPr>
          <p:nvPr/>
        </p:nvCxnSpPr>
        <p:spPr>
          <a:xfrm rot="10800000">
            <a:off x="4378025" y="4037481"/>
            <a:ext cx="1526876" cy="203997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3A675269-14F7-F01F-ECF9-2211E88F522F}"/>
              </a:ext>
            </a:extLst>
          </p:cNvPr>
          <p:cNvCxnSpPr>
            <a:cxnSpLocks/>
            <a:endCxn id="21" idx="2"/>
          </p:cNvCxnSpPr>
          <p:nvPr/>
        </p:nvCxnSpPr>
        <p:spPr>
          <a:xfrm rot="10800000">
            <a:off x="3157387" y="4268313"/>
            <a:ext cx="2755584" cy="2207443"/>
          </a:xfrm>
          <a:prstGeom prst="bentConnector2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A7719ECA-974B-729F-FB9B-5CE696354534}"/>
              </a:ext>
            </a:extLst>
          </p:cNvPr>
          <p:cNvSpPr txBox="1"/>
          <p:nvPr/>
        </p:nvSpPr>
        <p:spPr>
          <a:xfrm>
            <a:off x="3150313" y="6208681"/>
            <a:ext cx="23117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 sz="3000" b="1">
                <a:solidFill>
                  <a:srgbClr val="203A5F"/>
                </a:solidFill>
              </a:defRPr>
            </a:pPr>
            <a:r>
              <a:rPr lang="en-US" sz="1200" dirty="0"/>
              <a:t>Prediction of price, next few days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DC0E506-E357-2C4F-1FA9-F61D6006F83A}"/>
              </a:ext>
            </a:extLst>
          </p:cNvPr>
          <p:cNvSpPr txBox="1"/>
          <p:nvPr/>
        </p:nvSpPr>
        <p:spPr>
          <a:xfrm>
            <a:off x="6829150" y="6194098"/>
            <a:ext cx="31612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 sz="3000" b="1">
                <a:solidFill>
                  <a:srgbClr val="203A5F"/>
                </a:solidFill>
              </a:defRPr>
            </a:pPr>
            <a:r>
              <a:rPr lang="en-US" sz="1200" dirty="0"/>
              <a:t>Investment strategy for next q: BUY, KEEP, SELL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12A90D1-0D69-1E00-A18C-4D16600AB467}"/>
              </a:ext>
            </a:extLst>
          </p:cNvPr>
          <p:cNvSpPr txBox="1"/>
          <p:nvPr/>
        </p:nvSpPr>
        <p:spPr>
          <a:xfrm>
            <a:off x="3817308" y="4535478"/>
            <a:ext cx="132041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3000" b="1">
                <a:solidFill>
                  <a:srgbClr val="203A5F"/>
                </a:solidFill>
              </a:defRPr>
            </a:pPr>
            <a:r>
              <a:rPr lang="en-US" sz="1100" dirty="0"/>
              <a:t>Best MM model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F777560-FB9E-0958-5E82-89B5BCF0F542}"/>
              </a:ext>
            </a:extLst>
          </p:cNvPr>
          <p:cNvCxnSpPr>
            <a:cxnSpLocks/>
            <a:stCxn id="20" idx="2"/>
            <a:endCxn id="21" idx="0"/>
          </p:cNvCxnSpPr>
          <p:nvPr/>
        </p:nvCxnSpPr>
        <p:spPr>
          <a:xfrm>
            <a:off x="3157387" y="3326429"/>
            <a:ext cx="0" cy="480218"/>
          </a:xfrm>
          <a:prstGeom prst="straightConnector1">
            <a:avLst/>
          </a:prstGeom>
          <a:ln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014A26A-DBC5-CA9D-63C6-761F67C5DCAD}"/>
              </a:ext>
            </a:extLst>
          </p:cNvPr>
          <p:cNvCxnSpPr>
            <a:cxnSpLocks/>
            <a:stCxn id="18" idx="2"/>
            <a:endCxn id="20" idx="0"/>
          </p:cNvCxnSpPr>
          <p:nvPr/>
        </p:nvCxnSpPr>
        <p:spPr>
          <a:xfrm flipH="1">
            <a:off x="3157387" y="2092289"/>
            <a:ext cx="3236100" cy="587809"/>
          </a:xfrm>
          <a:prstGeom prst="straightConnector1">
            <a:avLst/>
          </a:prstGeom>
          <a:ln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AA9948F1-6B9F-1479-7A72-48F6F9EB4893}"/>
              </a:ext>
            </a:extLst>
          </p:cNvPr>
          <p:cNvCxnSpPr>
            <a:cxnSpLocks/>
            <a:stCxn id="18" idx="2"/>
            <a:endCxn id="24" idx="0"/>
          </p:cNvCxnSpPr>
          <p:nvPr/>
        </p:nvCxnSpPr>
        <p:spPr>
          <a:xfrm>
            <a:off x="6393487" y="2092289"/>
            <a:ext cx="2827802" cy="728626"/>
          </a:xfrm>
          <a:prstGeom prst="straightConnector1">
            <a:avLst/>
          </a:prstGeom>
          <a:ln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8392E84F-1785-FA28-53E9-268D74C0B910}"/>
              </a:ext>
            </a:extLst>
          </p:cNvPr>
          <p:cNvCxnSpPr>
            <a:cxnSpLocks/>
            <a:stCxn id="24" idx="2"/>
            <a:endCxn id="22" idx="0"/>
          </p:cNvCxnSpPr>
          <p:nvPr/>
        </p:nvCxnSpPr>
        <p:spPr>
          <a:xfrm>
            <a:off x="9221289" y="3282580"/>
            <a:ext cx="6214" cy="488356"/>
          </a:xfrm>
          <a:prstGeom prst="straightConnector1">
            <a:avLst/>
          </a:prstGeom>
          <a:ln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489D27AB-D93C-5B02-B746-3F4B11900D21}"/>
              </a:ext>
            </a:extLst>
          </p:cNvPr>
          <p:cNvSpPr txBox="1"/>
          <p:nvPr/>
        </p:nvSpPr>
        <p:spPr>
          <a:xfrm>
            <a:off x="7398386" y="4477723"/>
            <a:ext cx="12832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3000" b="1">
                <a:solidFill>
                  <a:srgbClr val="203A5F"/>
                </a:solidFill>
              </a:defRPr>
            </a:pPr>
            <a:r>
              <a:rPr lang="en-US" sz="1100" dirty="0"/>
              <a:t>Best </a:t>
            </a:r>
            <a:r>
              <a:rPr lang="en-US" sz="1100" dirty="0" err="1"/>
              <a:t>fastai</a:t>
            </a:r>
            <a:r>
              <a:rPr lang="en-US" sz="1100" dirty="0"/>
              <a:t> model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496A20F-8B2B-805D-4278-4B6B6CFAA3FB}"/>
              </a:ext>
            </a:extLst>
          </p:cNvPr>
          <p:cNvSpPr txBox="1"/>
          <p:nvPr/>
        </p:nvSpPr>
        <p:spPr>
          <a:xfrm>
            <a:off x="5053275" y="270799"/>
            <a:ext cx="2680423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defRPr sz="3000" b="1">
                <a:solidFill>
                  <a:srgbClr val="203A5F"/>
                </a:solidFill>
              </a:defRPr>
            </a:pPr>
            <a:r>
              <a:rPr lang="en-US" sz="1200" b="1" u="sng" dirty="0"/>
              <a:t>LLM API</a:t>
            </a:r>
          </a:p>
          <a:p>
            <a:pPr algn="ctr">
              <a:defRPr sz="2000" b="0">
                <a:solidFill>
                  <a:srgbClr val="3C3C3C"/>
                </a:solidFill>
              </a:defRPr>
            </a:pPr>
            <a:r>
              <a:rPr lang="en-US" sz="1200" dirty="0"/>
              <a:t>Parses: natural language user prompts</a:t>
            </a:r>
          </a:p>
          <a:p>
            <a:pPr algn="ctr">
              <a:defRPr sz="2000" b="0">
                <a:solidFill>
                  <a:srgbClr val="3C3C3C"/>
                </a:solidFill>
              </a:defRPr>
            </a:pPr>
            <a:r>
              <a:rPr lang="en-US" sz="1200" dirty="0"/>
              <a:t>Extracts: Target (ticker), Horizon(days)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B8D6CF58-7047-8A92-14A4-C03808786CDE}"/>
              </a:ext>
            </a:extLst>
          </p:cNvPr>
          <p:cNvCxnSpPr>
            <a:cxnSpLocks/>
            <a:stCxn id="40" idx="2"/>
            <a:endCxn id="18" idx="0"/>
          </p:cNvCxnSpPr>
          <p:nvPr/>
        </p:nvCxnSpPr>
        <p:spPr>
          <a:xfrm>
            <a:off x="6393487" y="917130"/>
            <a:ext cx="0" cy="713494"/>
          </a:xfrm>
          <a:prstGeom prst="straightConnector1">
            <a:avLst/>
          </a:prstGeom>
          <a:ln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D448647D-D008-CBDF-A793-41A42BC13C52}"/>
              </a:ext>
            </a:extLst>
          </p:cNvPr>
          <p:cNvSpPr txBox="1"/>
          <p:nvPr/>
        </p:nvSpPr>
        <p:spPr>
          <a:xfrm>
            <a:off x="5743224" y="1218034"/>
            <a:ext cx="12832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3000" b="1">
                <a:solidFill>
                  <a:srgbClr val="203A5F"/>
                </a:solidFill>
              </a:defRPr>
            </a:pPr>
            <a:r>
              <a:rPr lang="en-US" sz="1100" dirty="0"/>
              <a:t>  [TKL  days]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CDA5C234-EB25-B220-6CD7-97411ED382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9285" y="2633844"/>
            <a:ext cx="1196677" cy="807297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5FF92FA9-F61D-4F25-2FE1-ADB2C9D2F8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2868" y="2621117"/>
            <a:ext cx="1184690" cy="807297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45CF8AB-9341-4BCA-988B-3ED7B4E53E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6816" y="4413398"/>
            <a:ext cx="2147440" cy="177382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FBE9B42-572B-7A23-2EB8-DDF008C630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3317" y="4454508"/>
            <a:ext cx="1790950" cy="2067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9888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3B79B-2C2D-BDC1-3EFE-B99560D369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1">
            <a:extLst>
              <a:ext uri="{FF2B5EF4-FFF2-40B4-BE49-F238E27FC236}">
                <a16:creationId xmlns:a16="http://schemas.microsoft.com/office/drawing/2014/main" id="{C228CC64-F9FE-DAC9-19B2-357A69C02BD6}"/>
              </a:ext>
            </a:extLst>
          </p:cNvPr>
          <p:cNvSpPr txBox="1">
            <a:spLocks/>
          </p:cNvSpPr>
          <p:nvPr/>
        </p:nvSpPr>
        <p:spPr>
          <a:xfrm>
            <a:off x="743312" y="209853"/>
            <a:ext cx="10515600" cy="5933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3000" b="1">
                <a:solidFill>
                  <a:srgbClr val="203A5F"/>
                </a:solidFill>
              </a:defRPr>
            </a:pPr>
            <a:r>
              <a:rPr lang="en-US" dirty="0"/>
              <a:t>Feature selection (by XGB)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1F0CA8-DE6F-FD48-FCBF-D7BE66A3CB4D}"/>
              </a:ext>
            </a:extLst>
          </p:cNvPr>
          <p:cNvSpPr txBox="1"/>
          <p:nvPr/>
        </p:nvSpPr>
        <p:spPr>
          <a:xfrm>
            <a:off x="480969" y="1894507"/>
            <a:ext cx="11607567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900" b="1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AAPL features</a:t>
            </a:r>
          </a:p>
          <a:p>
            <a:pPr algn="l">
              <a:buNone/>
            </a:pPr>
            <a:r>
              <a:rPr lang="en-US" sz="8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y_mean_5, NASDAQ_max_22</a:t>
            </a:r>
            <a:r>
              <a:rPr lang="en-US" sz="800" dirty="0">
                <a:solidFill>
                  <a:srgbClr val="1F1F1F"/>
                </a:solidFill>
                <a:latin typeface="Courier New" panose="02070309020205020404" pitchFamily="49" charset="0"/>
              </a:rPr>
              <a:t>, </a:t>
            </a:r>
            <a:r>
              <a:rPr lang="en-US" sz="8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y_diff_10</a:t>
            </a:r>
            <a:r>
              <a:rPr lang="en-US" sz="800" dirty="0">
                <a:solidFill>
                  <a:srgbClr val="1F1F1F"/>
                </a:solidFill>
                <a:latin typeface="Courier New" panose="02070309020205020404" pitchFamily="49" charset="0"/>
              </a:rPr>
              <a:t>, </a:t>
            </a:r>
            <a:r>
              <a:rPr lang="en-US" sz="8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NASDAQ_min_10</a:t>
            </a:r>
            <a:r>
              <a:rPr lang="en-US" sz="800" dirty="0">
                <a:solidFill>
                  <a:srgbClr val="1F1F1F"/>
                </a:solidFill>
                <a:latin typeface="Courier New" panose="02070309020205020404" pitchFamily="49" charset="0"/>
              </a:rPr>
              <a:t>, </a:t>
            </a:r>
            <a:r>
              <a:rPr lang="en-US" sz="8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y_min_5</a:t>
            </a:r>
            <a:r>
              <a:rPr lang="en-US" sz="800" dirty="0">
                <a:solidFill>
                  <a:srgbClr val="1F1F1F"/>
                </a:solidFill>
                <a:latin typeface="Courier New" panose="02070309020205020404" pitchFamily="49" charset="0"/>
              </a:rPr>
              <a:t>, </a:t>
            </a:r>
            <a:r>
              <a:rPr lang="en-US" sz="8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NASDAQ_min_66</a:t>
            </a:r>
            <a:r>
              <a:rPr lang="en-US" sz="800" dirty="0">
                <a:solidFill>
                  <a:srgbClr val="1F1F1F"/>
                </a:solidFill>
                <a:latin typeface="Courier New" panose="02070309020205020404" pitchFamily="49" charset="0"/>
              </a:rPr>
              <a:t>, </a:t>
            </a:r>
            <a:r>
              <a:rPr lang="en-US" sz="8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y_lag_2</a:t>
            </a:r>
            <a:r>
              <a:rPr lang="en-US" sz="800" dirty="0">
                <a:solidFill>
                  <a:srgbClr val="1F1F1F"/>
                </a:solidFill>
                <a:latin typeface="Courier New" panose="02070309020205020404" pitchFamily="49" charset="0"/>
              </a:rPr>
              <a:t>, </a:t>
            </a:r>
            <a:r>
              <a:rPr lang="en-US" sz="8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y_diff_5</a:t>
            </a:r>
            <a:r>
              <a:rPr lang="en-US" sz="800" dirty="0">
                <a:solidFill>
                  <a:srgbClr val="1F1F1F"/>
                </a:solidFill>
                <a:latin typeface="Courier New" panose="02070309020205020404" pitchFamily="49" charset="0"/>
              </a:rPr>
              <a:t>, </a:t>
            </a:r>
            <a:r>
              <a:rPr lang="en-US" sz="8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y_mean_10</a:t>
            </a:r>
            <a:r>
              <a:rPr lang="en-US" sz="800" dirty="0">
                <a:solidFill>
                  <a:srgbClr val="1F1F1F"/>
                </a:solidFill>
                <a:latin typeface="Courier New" panose="02070309020205020404" pitchFamily="49" charset="0"/>
              </a:rPr>
              <a:t>, </a:t>
            </a:r>
            <a:r>
              <a:rPr lang="en-US" sz="8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y, y_min_22</a:t>
            </a:r>
            <a:r>
              <a:rPr lang="en-US" sz="800" dirty="0">
                <a:solidFill>
                  <a:srgbClr val="1F1F1F"/>
                </a:solidFill>
                <a:latin typeface="Courier New" panose="02070309020205020404" pitchFamily="49" charset="0"/>
              </a:rPr>
              <a:t>, </a:t>
            </a:r>
            <a:r>
              <a:rPr lang="en-US" sz="800" b="0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Oil</a:t>
            </a:r>
            <a:r>
              <a:rPr lang="en-US" sz="8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, y_diff_22</a:t>
            </a:r>
            <a:r>
              <a:rPr lang="en-US" sz="800" dirty="0">
                <a:solidFill>
                  <a:srgbClr val="1F1F1F"/>
                </a:solidFill>
                <a:latin typeface="Courier New" panose="02070309020205020404" pitchFamily="49" charset="0"/>
              </a:rPr>
              <a:t>, </a:t>
            </a:r>
            <a:r>
              <a:rPr lang="en-US" sz="8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y_std_5</a:t>
            </a:r>
            <a:r>
              <a:rPr lang="en-US" sz="800" dirty="0">
                <a:solidFill>
                  <a:srgbClr val="1F1F1F"/>
                </a:solidFill>
                <a:latin typeface="Courier New" panose="02070309020205020404" pitchFamily="49" charset="0"/>
              </a:rPr>
              <a:t>, </a:t>
            </a:r>
            <a:r>
              <a:rPr lang="en-US" sz="8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NASDAQ, y_max_66</a:t>
            </a:r>
            <a:r>
              <a:rPr lang="en-US" sz="800" dirty="0">
                <a:solidFill>
                  <a:srgbClr val="1F1F1F"/>
                </a:solidFill>
                <a:latin typeface="Courier New" panose="02070309020205020404" pitchFamily="49" charset="0"/>
              </a:rPr>
              <a:t>, </a:t>
            </a:r>
            <a:r>
              <a:rPr lang="en-US" sz="8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SP500_lag_5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1166D9-FD53-B08F-2ACB-353FEE93ECBD}"/>
              </a:ext>
            </a:extLst>
          </p:cNvPr>
          <p:cNvSpPr txBox="1"/>
          <p:nvPr/>
        </p:nvSpPr>
        <p:spPr>
          <a:xfrm>
            <a:off x="480966" y="2602320"/>
            <a:ext cx="11607567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900" b="1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INTC features</a:t>
            </a:r>
          </a:p>
          <a:p>
            <a:pPr algn="l">
              <a:buNone/>
            </a:pPr>
            <a:r>
              <a:rPr lang="en-US" sz="8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y_min_5, SP500_max_22, </a:t>
            </a:r>
            <a:r>
              <a:rPr lang="en-US" sz="800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RealEstate</a:t>
            </a:r>
            <a:r>
              <a:rPr lang="en-US" sz="800" b="0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_min_66, Gold_std_5</a:t>
            </a:r>
            <a:r>
              <a:rPr lang="en-US" sz="8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, y, NASDAQ, y_max_10, y_max_5, y_diff_10, Oil, y_mean_5, Oil_std_5, y_diff_5, y_std_5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481A30-F7AF-3666-88E3-11310BCF985A}"/>
              </a:ext>
            </a:extLst>
          </p:cNvPr>
          <p:cNvSpPr txBox="1"/>
          <p:nvPr/>
        </p:nvSpPr>
        <p:spPr>
          <a:xfrm>
            <a:off x="480967" y="3282447"/>
            <a:ext cx="11607567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900" b="1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NSFT features</a:t>
            </a:r>
          </a:p>
          <a:p>
            <a:pPr algn="l">
              <a:buNone/>
            </a:pPr>
            <a:r>
              <a:rPr lang="en-US" sz="800" b="0" i="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InflationExp</a:t>
            </a:r>
            <a:r>
              <a:rPr lang="en-US" sz="800" dirty="0">
                <a:solidFill>
                  <a:srgbClr val="1F1F1F"/>
                </a:solidFill>
                <a:latin typeface="Courier New" panose="02070309020205020404" pitchFamily="49" charset="0"/>
              </a:rPr>
              <a:t>, </a:t>
            </a:r>
            <a:r>
              <a:rPr lang="en-US" sz="8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y_diff_66, </a:t>
            </a:r>
            <a:r>
              <a:rPr lang="en-US" sz="800" b="0" i="0" dirty="0">
                <a:effectLst/>
                <a:latin typeface="Courier New" panose="02070309020205020404" pitchFamily="49" charset="0"/>
              </a:rPr>
              <a:t>Oil</a:t>
            </a:r>
            <a:r>
              <a:rPr lang="en-US" sz="8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, y_diff_22, y_min_22, NASDAQ, y_max_5, y_diff_10, y_lag_5, y_std_5, NASDAQ_min_22, NASDAQ_min_10, SP500_max_22, y, y_min_5, y_max_10, y_diff_5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2174AD-95CD-3A93-0987-6E8DBDCC318F}"/>
              </a:ext>
            </a:extLst>
          </p:cNvPr>
          <p:cNvSpPr txBox="1"/>
          <p:nvPr/>
        </p:nvSpPr>
        <p:spPr>
          <a:xfrm>
            <a:off x="480966" y="3990260"/>
            <a:ext cx="11607567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900" b="1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NVDA features</a:t>
            </a:r>
          </a:p>
          <a:p>
            <a:pPr algn="l">
              <a:buNone/>
            </a:pPr>
            <a:r>
              <a:rPr lang="en-US" sz="8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y_diff_5, y, Oil, SP500_lag_4, y_lag_2, SP500_max_5, </a:t>
            </a:r>
            <a:r>
              <a:rPr lang="en-US" sz="800" b="0" i="0" dirty="0" err="1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InflationExp</a:t>
            </a:r>
            <a:r>
              <a:rPr lang="en-US" sz="800" dirty="0">
                <a:solidFill>
                  <a:srgbClr val="1F1F1F"/>
                </a:solidFill>
                <a:latin typeface="Courier New" panose="02070309020205020404" pitchFamily="49" charset="0"/>
              </a:rPr>
              <a:t>, </a:t>
            </a:r>
            <a:r>
              <a:rPr lang="en-US" sz="8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y_max_66, y_min_10, y_min_5, NASDAQ, y_lag_5, </a:t>
            </a:r>
            <a:r>
              <a:rPr lang="en-US" sz="800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Gold_min_22</a:t>
            </a:r>
            <a:r>
              <a:rPr lang="en-US" sz="8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, y_diff_22, SP500_min_10, y_max_10, y_diff_66, y_max_5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EBC2C4-056E-6116-A922-31403EC22289}"/>
              </a:ext>
            </a:extLst>
          </p:cNvPr>
          <p:cNvSpPr txBox="1"/>
          <p:nvPr/>
        </p:nvSpPr>
        <p:spPr>
          <a:xfrm>
            <a:off x="480965" y="4698073"/>
            <a:ext cx="11607567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900" b="1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TEVA features</a:t>
            </a:r>
          </a:p>
          <a:p>
            <a:pPr algn="l">
              <a:buNone/>
            </a:pPr>
            <a:r>
              <a:rPr lang="en-US" sz="8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y_lag_2, y_min_10, SP500_std_10, y_std_5, NASDAQ, y_min_5, y_mean_5, Oil, InflationExp_std_5, y_diff_5, y_diff_10, y, </a:t>
            </a:r>
            <a:r>
              <a:rPr lang="en-US" sz="800" b="0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y_pct_5</a:t>
            </a:r>
          </a:p>
        </p:txBody>
      </p:sp>
    </p:spTree>
    <p:extLst>
      <p:ext uri="{BB962C8B-B14F-4D97-AF65-F5344CB8AC3E}">
        <p14:creationId xmlns:p14="http://schemas.microsoft.com/office/powerpoint/2010/main" val="20233197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BFDC7-345D-9943-94F1-73C1C6791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1">
            <a:extLst>
              <a:ext uri="{FF2B5EF4-FFF2-40B4-BE49-F238E27FC236}">
                <a16:creationId xmlns:a16="http://schemas.microsoft.com/office/drawing/2014/main" id="{FAE8B685-AE3B-0F5F-8CE0-5F99C1DD169A}"/>
              </a:ext>
            </a:extLst>
          </p:cNvPr>
          <p:cNvSpPr txBox="1">
            <a:spLocks/>
          </p:cNvSpPr>
          <p:nvPr/>
        </p:nvSpPr>
        <p:spPr>
          <a:xfrm>
            <a:off x="743312" y="209853"/>
            <a:ext cx="10515600" cy="5933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3000" b="1">
                <a:solidFill>
                  <a:srgbClr val="203A5F"/>
                </a:solidFill>
              </a:defRPr>
            </a:pPr>
            <a:r>
              <a:rPr lang="en-US" dirty="0"/>
              <a:t>Model selection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A1BB7A5-6ECD-13EE-6AA5-3A955780F9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9544" y="707079"/>
            <a:ext cx="3569347" cy="277205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73CDA28-730E-3B71-BBE1-724DF78B86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2980" y="446696"/>
            <a:ext cx="4347044" cy="293633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4207929-6C1C-A19D-11A5-607C8DECEE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2980" y="4379261"/>
            <a:ext cx="4208751" cy="215787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96D310C-AC8F-A4F5-9F4F-89F5AC4F6D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38657" y="3690473"/>
            <a:ext cx="3913294" cy="272083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46D6559-6586-8ECA-D707-FC8C5CB7B9DA}"/>
              </a:ext>
            </a:extLst>
          </p:cNvPr>
          <p:cNvSpPr txBox="1"/>
          <p:nvPr/>
        </p:nvSpPr>
        <p:spPr>
          <a:xfrm>
            <a:off x="175830" y="1397812"/>
            <a:ext cx="3309625" cy="17697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Key take away:</a:t>
            </a:r>
          </a:p>
          <a:p>
            <a:endParaRPr lang="en-US" sz="1400" dirty="0"/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400" u="sng" dirty="0"/>
              <a:t>R2</a:t>
            </a:r>
            <a:r>
              <a:rPr lang="en-US" sz="1400" dirty="0"/>
              <a:t> is very high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400" dirty="0"/>
              <a:t>The ticker is </a:t>
            </a:r>
            <a:r>
              <a:rPr lang="en-US" sz="1400" u="sng" dirty="0"/>
              <a:t>the best feature </a:t>
            </a:r>
            <a:r>
              <a:rPr lang="en-US" sz="1400" dirty="0"/>
              <a:t>to predict the ticker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400" u="sng" dirty="0"/>
              <a:t>GRU</a:t>
            </a:r>
            <a:r>
              <a:rPr lang="en-US" sz="1400" dirty="0"/>
              <a:t> is best for this job</a:t>
            </a:r>
          </a:p>
        </p:txBody>
      </p:sp>
    </p:spTree>
    <p:extLst>
      <p:ext uri="{BB962C8B-B14F-4D97-AF65-F5344CB8AC3E}">
        <p14:creationId xmlns:p14="http://schemas.microsoft.com/office/powerpoint/2010/main" val="26482023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55542C-EE34-9359-C247-73F61F273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>
            <a:extLst>
              <a:ext uri="{FF2B5EF4-FFF2-40B4-BE49-F238E27FC236}">
                <a16:creationId xmlns:a16="http://schemas.microsoft.com/office/drawing/2014/main" id="{57AE8640-CD0E-07D6-169C-271EC69F86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19" y="3524129"/>
            <a:ext cx="8381885" cy="3171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1B963A14-AB12-CDF6-4636-3479B34B34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7302" y="257418"/>
            <a:ext cx="5316431" cy="3171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2" name="Title 1">
            <a:extLst>
              <a:ext uri="{FF2B5EF4-FFF2-40B4-BE49-F238E27FC236}">
                <a16:creationId xmlns:a16="http://schemas.microsoft.com/office/drawing/2014/main" id="{BC8DADA9-5F6F-90E9-CCCB-552036AEBDE6}"/>
              </a:ext>
            </a:extLst>
          </p:cNvPr>
          <p:cNvSpPr txBox="1">
            <a:spLocks/>
          </p:cNvSpPr>
          <p:nvPr/>
        </p:nvSpPr>
        <p:spPr>
          <a:xfrm>
            <a:off x="743312" y="209853"/>
            <a:ext cx="10515600" cy="5933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3000" b="1">
                <a:solidFill>
                  <a:srgbClr val="203A5F"/>
                </a:solidFill>
              </a:defRPr>
            </a:pPr>
            <a:r>
              <a:rPr lang="en-US" dirty="0"/>
              <a:t>MSFT</a:t>
            </a:r>
          </a:p>
        </p:txBody>
      </p:sp>
    </p:spTree>
    <p:extLst>
      <p:ext uri="{BB962C8B-B14F-4D97-AF65-F5344CB8AC3E}">
        <p14:creationId xmlns:p14="http://schemas.microsoft.com/office/powerpoint/2010/main" val="35974121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58842-AB62-8469-84CD-0E7BECCD2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5446687D-945E-8AD1-983B-6DF0AA3F60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5691" y="283565"/>
            <a:ext cx="5316431" cy="3171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2" name="Title 1">
            <a:extLst>
              <a:ext uri="{FF2B5EF4-FFF2-40B4-BE49-F238E27FC236}">
                <a16:creationId xmlns:a16="http://schemas.microsoft.com/office/drawing/2014/main" id="{76699756-1B62-1FA1-05C5-BB1CE71395A9}"/>
              </a:ext>
            </a:extLst>
          </p:cNvPr>
          <p:cNvSpPr txBox="1">
            <a:spLocks/>
          </p:cNvSpPr>
          <p:nvPr/>
        </p:nvSpPr>
        <p:spPr>
          <a:xfrm>
            <a:off x="743312" y="209853"/>
            <a:ext cx="10515600" cy="5933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3000" b="1">
                <a:solidFill>
                  <a:srgbClr val="203A5F"/>
                </a:solidFill>
              </a:defRPr>
            </a:pPr>
            <a:r>
              <a:rPr lang="en-US" dirty="0"/>
              <a:t>NVDA</a:t>
            </a: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4B0E9982-319A-CA65-E32E-2A4724F2D4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312" y="3588081"/>
            <a:ext cx="8948576" cy="2986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0102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36CFEA-B1CF-043D-AF0C-2B72A34FE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1">
            <a:extLst>
              <a:ext uri="{FF2B5EF4-FFF2-40B4-BE49-F238E27FC236}">
                <a16:creationId xmlns:a16="http://schemas.microsoft.com/office/drawing/2014/main" id="{297FCD72-4F3C-7168-8498-324748D4ACD6}"/>
              </a:ext>
            </a:extLst>
          </p:cNvPr>
          <p:cNvSpPr txBox="1">
            <a:spLocks/>
          </p:cNvSpPr>
          <p:nvPr/>
        </p:nvSpPr>
        <p:spPr>
          <a:xfrm>
            <a:off x="743312" y="209853"/>
            <a:ext cx="10515600" cy="5933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3000" b="1">
                <a:solidFill>
                  <a:srgbClr val="203A5F"/>
                </a:solidFill>
              </a:defRPr>
            </a:pPr>
            <a:r>
              <a:rPr lang="en-US" dirty="0"/>
              <a:t>INTC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B5D5540-FA05-1BFB-5D48-387BD51049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5691" y="257418"/>
            <a:ext cx="5316431" cy="3171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54B78935-50DA-F33D-5D6B-019CA0B7C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972" y="3476565"/>
            <a:ext cx="6945465" cy="3171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77358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67409-C274-6F51-C40D-6341A235D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1">
            <a:extLst>
              <a:ext uri="{FF2B5EF4-FFF2-40B4-BE49-F238E27FC236}">
                <a16:creationId xmlns:a16="http://schemas.microsoft.com/office/drawing/2014/main" id="{009674C2-1CD8-107D-1BC0-2BEEE7A1C039}"/>
              </a:ext>
            </a:extLst>
          </p:cNvPr>
          <p:cNvSpPr txBox="1">
            <a:spLocks/>
          </p:cNvSpPr>
          <p:nvPr/>
        </p:nvSpPr>
        <p:spPr>
          <a:xfrm>
            <a:off x="214994" y="-589280"/>
            <a:ext cx="3584848" cy="4165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3000" b="1">
                <a:solidFill>
                  <a:srgbClr val="203A5F"/>
                </a:solidFill>
              </a:defRPr>
            </a:pPr>
            <a:r>
              <a:rPr lang="en-US" sz="4400" dirty="0" err="1"/>
              <a:t>Fastai</a:t>
            </a:r>
            <a:r>
              <a:rPr lang="en-US" sz="4400" dirty="0"/>
              <a:t> </a:t>
            </a:r>
          </a:p>
          <a:p>
            <a:pPr algn="l">
              <a:defRPr sz="3000" b="1">
                <a:solidFill>
                  <a:srgbClr val="203A5F"/>
                </a:solidFill>
              </a:defRPr>
            </a:pPr>
            <a:r>
              <a:rPr lang="en-US" sz="4400" dirty="0"/>
              <a:t>classification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79069C2-5473-80B0-F041-1A01CE0980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8363" y="560717"/>
            <a:ext cx="2437457" cy="2573897"/>
          </a:xfrm>
          <a:prstGeom prst="rect">
            <a:avLst/>
          </a:prstGeom>
          <a:noFill/>
          <a:ln w="63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23EBEB0C-8BC5-AE9C-C994-71F266657A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4338" y="3428999"/>
            <a:ext cx="2906020" cy="30429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19D815BD-62DE-9758-C15A-96D195268C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5567" y="560717"/>
            <a:ext cx="2548771" cy="2573897"/>
          </a:xfrm>
          <a:prstGeom prst="rect">
            <a:avLst/>
          </a:prstGeom>
          <a:noFill/>
          <a:ln w="63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CAE7BE96-7C1C-9A77-AE93-E89793DEC8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8317" y="3428999"/>
            <a:ext cx="2906021" cy="30429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0514360C-DAA4-D0BD-43C5-856F8725D1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4085" y="560717"/>
            <a:ext cx="2437457" cy="2573897"/>
          </a:xfrm>
          <a:prstGeom prst="rect">
            <a:avLst/>
          </a:prstGeom>
          <a:noFill/>
          <a:ln w="63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49CF4130-3584-E851-2033-9BC462F989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2509" y="3429000"/>
            <a:ext cx="2980478" cy="3042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0493992-8247-721C-DF59-1582E3B362DF}"/>
              </a:ext>
            </a:extLst>
          </p:cNvPr>
          <p:cNvSpPr txBox="1"/>
          <p:nvPr/>
        </p:nvSpPr>
        <p:spPr>
          <a:xfrm>
            <a:off x="10283506" y="81666"/>
            <a:ext cx="6671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AAPL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452FE0-C59E-39EC-5171-C84D4A50638F}"/>
              </a:ext>
            </a:extLst>
          </p:cNvPr>
          <p:cNvSpPr txBox="1"/>
          <p:nvPr/>
        </p:nvSpPr>
        <p:spPr>
          <a:xfrm>
            <a:off x="7316367" y="116266"/>
            <a:ext cx="622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9E0C69-01AE-3892-296B-912A2DBB48FD}"/>
              </a:ext>
            </a:extLst>
          </p:cNvPr>
          <p:cNvSpPr txBox="1"/>
          <p:nvPr/>
        </p:nvSpPr>
        <p:spPr>
          <a:xfrm>
            <a:off x="4420534" y="119551"/>
            <a:ext cx="705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MSFT</a:t>
            </a:r>
          </a:p>
        </p:txBody>
      </p:sp>
    </p:spTree>
    <p:extLst>
      <p:ext uri="{BB962C8B-B14F-4D97-AF65-F5344CB8AC3E}">
        <p14:creationId xmlns:p14="http://schemas.microsoft.com/office/powerpoint/2010/main" val="36112725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גלריה">
  <a:themeElements>
    <a:clrScheme name="גלריה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גלריה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גלריה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278</TotalTime>
  <Words>1184</Words>
  <Application>Microsoft Office PowerPoint</Application>
  <PresentationFormat>Widescreen</PresentationFormat>
  <Paragraphs>161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Aharoni</vt:lpstr>
      <vt:lpstr>Arial</vt:lpstr>
      <vt:lpstr>Calibri</vt:lpstr>
      <vt:lpstr>Calibri Light</vt:lpstr>
      <vt:lpstr>Courier New</vt:lpstr>
      <vt:lpstr>Gill Sans MT</vt:lpstr>
      <vt:lpstr>Office Theme</vt:lpstr>
      <vt:lpstr>גלריה</vt:lpstr>
      <vt:lpstr>חיזוי שערי מניות באמצעות    Machine Learning ו- Deep Learning ושימוש בLLM- </vt:lpstr>
      <vt:lpstr>מטרות הפרויקט</vt:lpstr>
      <vt:lpstr>השתמשנו ב... </vt:lpstr>
      <vt:lpstr>מסקנות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Guy Ray</dc:creator>
  <cp:lastModifiedBy>Guy Ray</cp:lastModifiedBy>
  <cp:revision>11</cp:revision>
  <dcterms:created xsi:type="dcterms:W3CDTF">2025-12-23T18:31:18Z</dcterms:created>
  <dcterms:modified xsi:type="dcterms:W3CDTF">2026-01-13T10:46:57Z</dcterms:modified>
</cp:coreProperties>
</file>