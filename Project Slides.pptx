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69" r:id="rId4"/>
    <p:sldId id="270" r:id="rId5"/>
    <p:sldId id="256" r:id="rId6"/>
    <p:sldId id="258" r:id="rId7"/>
    <p:sldId id="259" r:id="rId8"/>
    <p:sldId id="260" r:id="rId9"/>
    <p:sldId id="261" r:id="rId10"/>
    <p:sldId id="262" r:id="rId11"/>
    <p:sldId id="267" r:id="rId12"/>
    <p:sldId id="265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Ray" userId="e04643c790329017" providerId="LiveId" clId="{81331041-E309-4D83-A0A0-8D03F70A0C66}"/>
    <pc:docChg chg="undo custSel addSld delSld modSld sldOrd">
      <pc:chgData name="Guy Ray" userId="e04643c790329017" providerId="LiveId" clId="{81331041-E309-4D83-A0A0-8D03F70A0C66}" dt="2026-01-12T05:54:38.103" v="3668" actId="1076"/>
      <pc:docMkLst>
        <pc:docMk/>
      </pc:docMkLst>
      <pc:sldChg chg="addSp delSp modSp mod">
        <pc:chgData name="Guy Ray" userId="e04643c790329017" providerId="LiveId" clId="{81331041-E309-4D83-A0A0-8D03F70A0C66}" dt="2026-01-11T18:08:15.532" v="2007" actId="20577"/>
        <pc:sldMkLst>
          <pc:docMk/>
          <pc:sldMk cId="3237725123" sldId="256"/>
        </pc:sldMkLst>
        <pc:spChg chg="mod">
          <ac:chgData name="Guy Ray" userId="e04643c790329017" providerId="LiveId" clId="{81331041-E309-4D83-A0A0-8D03F70A0C66}" dt="2026-01-11T18:08:15.532" v="2007" actId="20577"/>
          <ac:spMkLst>
            <pc:docMk/>
            <pc:sldMk cId="3237725123" sldId="256"/>
            <ac:spMk id="4" creationId="{E0CED12F-A4B7-62DE-3415-DDFCEBC32B04}"/>
          </ac:spMkLst>
        </pc:spChg>
        <pc:spChg chg="mod">
          <ac:chgData name="Guy Ray" userId="e04643c790329017" providerId="LiveId" clId="{81331041-E309-4D83-A0A0-8D03F70A0C66}" dt="2025-12-27T12:33:28.803" v="1809" actId="1038"/>
          <ac:spMkLst>
            <pc:docMk/>
            <pc:sldMk cId="3237725123" sldId="256"/>
            <ac:spMk id="6" creationId="{B3CEC2B5-0047-C92C-216F-782BCF016A96}"/>
          </ac:spMkLst>
        </pc:spChg>
        <pc:spChg chg="mod">
          <ac:chgData name="Guy Ray" userId="e04643c790329017" providerId="LiveId" clId="{81331041-E309-4D83-A0A0-8D03F70A0C66}" dt="2025-12-27T12:34:27.757" v="1833" actId="14100"/>
          <ac:spMkLst>
            <pc:docMk/>
            <pc:sldMk cId="3237725123" sldId="256"/>
            <ac:spMk id="7" creationId="{35B8BBAC-8E3E-E4F8-D967-0E9E47C7F1E3}"/>
          </ac:spMkLst>
        </pc:spChg>
        <pc:spChg chg="mod">
          <ac:chgData name="Guy Ray" userId="e04643c790329017" providerId="LiveId" clId="{81331041-E309-4D83-A0A0-8D03F70A0C66}" dt="2025-12-27T12:35:21.248" v="1872" actId="20577"/>
          <ac:spMkLst>
            <pc:docMk/>
            <pc:sldMk cId="3237725123" sldId="256"/>
            <ac:spMk id="8" creationId="{840514AA-BCF0-55B0-B152-14F92661D5D2}"/>
          </ac:spMkLst>
        </pc:spChg>
        <pc:spChg chg="mod">
          <ac:chgData name="Guy Ray" userId="e04643c790329017" providerId="LiveId" clId="{81331041-E309-4D83-A0A0-8D03F70A0C66}" dt="2025-12-27T12:36:07.658" v="1877" actId="20577"/>
          <ac:spMkLst>
            <pc:docMk/>
            <pc:sldMk cId="3237725123" sldId="256"/>
            <ac:spMk id="9" creationId="{A3D9BA36-DB52-05E7-1EA4-91878809691B}"/>
          </ac:spMkLst>
        </pc:spChg>
        <pc:spChg chg="mod">
          <ac:chgData name="Guy Ray" userId="e04643c790329017" providerId="LiveId" clId="{81331041-E309-4D83-A0A0-8D03F70A0C66}" dt="2025-12-27T12:38:42.842" v="1912" actId="20577"/>
          <ac:spMkLst>
            <pc:docMk/>
            <pc:sldMk cId="3237725123" sldId="256"/>
            <ac:spMk id="10" creationId="{1BFEB527-4D0F-CDCE-436F-76E63197667D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11" creationId="{4324FAF4-2A6B-F1A4-D54B-F8C83FF2278A}"/>
          </ac:spMkLst>
        </pc:spChg>
        <pc:spChg chg="mod">
          <ac:chgData name="Guy Ray" userId="e04643c790329017" providerId="LiveId" clId="{81331041-E309-4D83-A0A0-8D03F70A0C66}" dt="2025-12-27T12:37:39.944" v="1894" actId="120"/>
          <ac:spMkLst>
            <pc:docMk/>
            <pc:sldMk cId="3237725123" sldId="256"/>
            <ac:spMk id="42" creationId="{A70CAF48-E465-C3FA-4F28-B5CEB7D88CF4}"/>
          </ac:spMkLst>
        </pc:spChg>
        <pc:spChg chg="mod">
          <ac:chgData name="Guy Ray" userId="e04643c790329017" providerId="LiveId" clId="{81331041-E309-4D83-A0A0-8D03F70A0C66}" dt="2025-12-27T12:37:31.612" v="1892" actId="121"/>
          <ac:spMkLst>
            <pc:docMk/>
            <pc:sldMk cId="3237725123" sldId="256"/>
            <ac:spMk id="43" creationId="{32071F1D-D858-87BC-3FAC-D2FE0A14C0F7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4" creationId="{5CE5573E-B2D9-361E-51E1-07D795ACA4C4}"/>
          </ac:spMkLst>
        </pc:spChg>
        <pc:spChg chg="mod">
          <ac:chgData name="Guy Ray" userId="e04643c790329017" providerId="LiveId" clId="{81331041-E309-4D83-A0A0-8D03F70A0C66}" dt="2025-12-27T12:38:12.621" v="1908" actId="20577"/>
          <ac:spMkLst>
            <pc:docMk/>
            <pc:sldMk cId="3237725123" sldId="256"/>
            <ac:spMk id="46" creationId="{19A06438-AECB-8F64-406D-BD2AA6A4C617}"/>
          </ac:spMkLst>
        </pc:spChg>
        <pc:spChg chg="mod">
          <ac:chgData name="Guy Ray" userId="e04643c790329017" providerId="LiveId" clId="{81331041-E309-4D83-A0A0-8D03F70A0C66}" dt="2025-12-27T12:37:56.468" v="1899" actId="1037"/>
          <ac:spMkLst>
            <pc:docMk/>
            <pc:sldMk cId="3237725123" sldId="256"/>
            <ac:spMk id="47" creationId="{61FB8B87-F3F4-8197-2726-4B1005F0D7FF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8" creationId="{3BBAA62F-ECFA-17B3-9D3F-29CBFF680445}"/>
          </ac:spMkLst>
        </pc:spChg>
        <pc:spChg chg="mod">
          <ac:chgData name="Guy Ray" userId="e04643c790329017" providerId="LiveId" clId="{81331041-E309-4D83-A0A0-8D03F70A0C66}" dt="2025-12-25T07:09:31.751" v="132" actId="27636"/>
          <ac:spMkLst>
            <pc:docMk/>
            <pc:sldMk cId="3237725123" sldId="256"/>
            <ac:spMk id="72" creationId="{A3D34C6F-F163-1DF6-8B21-2A863D5D4D56}"/>
          </ac:spMkLst>
        </pc:spChg>
        <pc:picChg chg="add mod">
          <ac:chgData name="Guy Ray" userId="e04643c790329017" providerId="LiveId" clId="{81331041-E309-4D83-A0A0-8D03F70A0C66}" dt="2025-12-27T12:38:22.947" v="1909" actId="1076"/>
          <ac:picMkLst>
            <pc:docMk/>
            <pc:sldMk cId="3237725123" sldId="256"/>
            <ac:picMk id="5" creationId="{335729E7-C3A3-E888-5B26-AB2777BE8FB6}"/>
          </ac:picMkLst>
        </pc:picChg>
        <pc:picChg chg="add mod">
          <ac:chgData name="Guy Ray" userId="e04643c790329017" providerId="LiveId" clId="{81331041-E309-4D83-A0A0-8D03F70A0C66}" dt="2025-12-25T18:17:31.828" v="1381" actId="14100"/>
          <ac:picMkLst>
            <pc:docMk/>
            <pc:sldMk cId="3237725123" sldId="256"/>
            <ac:picMk id="55" creationId="{A661943F-795A-B04E-99F1-CD4C25A044AB}"/>
          </ac:picMkLst>
        </pc:picChg>
        <pc:cxnChg chg="mod">
          <ac:chgData name="Guy Ray" userId="e04643c790329017" providerId="LiveId" clId="{81331041-E309-4D83-A0A0-8D03F70A0C66}" dt="2025-12-27T12:28:03.144" v="1490"/>
          <ac:cxnSpMkLst>
            <pc:docMk/>
            <pc:sldMk cId="3237725123" sldId="256"/>
            <ac:cxnSpMk id="13" creationId="{F5E77E56-8491-4E68-CCBF-83A43A46E28E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15" creationId="{EE6F673A-CD4B-7DDF-431D-E43C646CFF3A}"/>
          </ac:cxnSpMkLst>
        </pc:cxnChg>
        <pc:cxnChg chg="mod">
          <ac:chgData name="Guy Ray" userId="e04643c790329017" providerId="LiveId" clId="{81331041-E309-4D83-A0A0-8D03F70A0C66}" dt="2025-12-27T12:39:54.433" v="1917" actId="14100"/>
          <ac:cxnSpMkLst>
            <pc:docMk/>
            <pc:sldMk cId="3237725123" sldId="256"/>
            <ac:cxnSpMk id="23" creationId="{5A85DCD5-53F3-8230-1F9C-48B18BAF8D5D}"/>
          </ac:cxnSpMkLst>
        </pc:cxnChg>
        <pc:cxnChg chg="mod">
          <ac:chgData name="Guy Ray" userId="e04643c790329017" providerId="LiveId" clId="{81331041-E309-4D83-A0A0-8D03F70A0C66}" dt="2025-12-27T12:37:49.670" v="1895" actId="14100"/>
          <ac:cxnSpMkLst>
            <pc:docMk/>
            <pc:sldMk cId="3237725123" sldId="256"/>
            <ac:cxnSpMk id="26" creationId="{CEE66BF4-17A1-FA1F-E2E2-8A9BE7E31C27}"/>
          </ac:cxnSpMkLst>
        </pc:cxnChg>
        <pc:cxnChg chg="mod">
          <ac:chgData name="Guy Ray" userId="e04643c790329017" providerId="LiveId" clId="{81331041-E309-4D83-A0A0-8D03F70A0C66}" dt="2025-12-27T12:34:50.782" v="1866" actId="1036"/>
          <ac:cxnSpMkLst>
            <pc:docMk/>
            <pc:sldMk cId="3237725123" sldId="256"/>
            <ac:cxnSpMk id="32" creationId="{BDCE4759-16BE-ACED-EAF7-8E2DFF5CB71D}"/>
          </ac:cxnSpMkLst>
        </pc:cxnChg>
        <pc:cxnChg chg="mod">
          <ac:chgData name="Guy Ray" userId="e04643c790329017" providerId="LiveId" clId="{81331041-E309-4D83-A0A0-8D03F70A0C66}" dt="2025-12-27T12:37:20.432" v="1890" actId="14100"/>
          <ac:cxnSpMkLst>
            <pc:docMk/>
            <pc:sldMk cId="3237725123" sldId="256"/>
            <ac:cxnSpMk id="36" creationId="{BC3E262E-BD4D-464E-5D93-F703C5C6A36A}"/>
          </ac:cxnSpMkLst>
        </pc:cxnChg>
        <pc:cxnChg chg="mod">
          <ac:chgData name="Guy Ray" userId="e04643c790329017" providerId="LiveId" clId="{81331041-E309-4D83-A0A0-8D03F70A0C66}" dt="2025-12-27T12:34:27.757" v="1833" actId="14100"/>
          <ac:cxnSpMkLst>
            <pc:docMk/>
            <pc:sldMk cId="3237725123" sldId="256"/>
            <ac:cxnSpMk id="50" creationId="{CD71DE9B-501F-1C8E-442D-91C605FFD35A}"/>
          </ac:cxnSpMkLst>
        </pc:cxnChg>
        <pc:cxnChg chg="mod">
          <ac:chgData name="Guy Ray" userId="e04643c790329017" providerId="LiveId" clId="{81331041-E309-4D83-A0A0-8D03F70A0C66}" dt="2025-12-27T12:35:09.130" v="1871" actId="14100"/>
          <ac:cxnSpMkLst>
            <pc:docMk/>
            <pc:sldMk cId="3237725123" sldId="256"/>
            <ac:cxnSpMk id="51" creationId="{7E3C09C6-D6CE-7879-55EE-D4D2D08F97B1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52" creationId="{CCF69E22-D953-E25C-6AB7-8595121622D3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60" creationId="{60365D43-B91B-427B-6361-647B41AF612A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64" creationId="{5A0B132C-71C8-6A02-A78B-1917C3C960BC}"/>
          </ac:cxnSpMkLst>
        </pc:cxnChg>
      </pc:sldChg>
      <pc:sldChg chg="addSp delSp modSp mod ord">
        <pc:chgData name="Guy Ray" userId="e04643c790329017" providerId="LiveId" clId="{81331041-E309-4D83-A0A0-8D03F70A0C66}" dt="2026-01-11T18:39:13.694" v="2276" actId="20577"/>
        <pc:sldMkLst>
          <pc:docMk/>
          <pc:sldMk cId="889269238" sldId="258"/>
        </pc:sldMkLst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18" creationId="{CB6A8647-0DC8-5154-384B-502D8C9EA62C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0" creationId="{4482EBCF-F02E-6355-5830-B9353B53360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1" creationId="{02306139-CF35-1CC7-1EDA-6721B840BE59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2" creationId="{1048CD03-B540-D17F-15E6-D8849353853A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4" creationId="{D862293A-2C57-430F-9480-B10AFCD4D812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5" creationId="{C0F4ED97-CBA9-03A5-D074-C9B964C0A39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0" creationId="{151F0F23-078F-31CF-8346-B126ABF39744}"/>
          </ac:spMkLst>
        </pc:spChg>
        <pc:spChg chg="mod">
          <ac:chgData name="Guy Ray" userId="e04643c790329017" providerId="LiveId" clId="{81331041-E309-4D83-A0A0-8D03F70A0C66}" dt="2026-01-11T18:39:13.694" v="2276" actId="20577"/>
          <ac:spMkLst>
            <pc:docMk/>
            <pc:sldMk cId="889269238" sldId="258"/>
            <ac:spMk id="31" creationId="{55663145-B12B-ADB6-0A8D-6B2852D9A6C5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3" creationId="{04573DEC-C72E-71A1-4690-E92C15406851}"/>
          </ac:spMkLst>
        </pc:spChg>
        <pc:spChg chg="add mod">
          <ac:chgData name="Guy Ray" userId="e04643c790329017" providerId="LiveId" clId="{81331041-E309-4D83-A0A0-8D03F70A0C66}" dt="2026-01-11T18:07:32.173" v="1964" actId="20577"/>
          <ac:spMkLst>
            <pc:docMk/>
            <pc:sldMk cId="889269238" sldId="258"/>
            <ac:spMk id="40" creationId="{A3B9443B-3700-D7CB-27ED-FC4E9F7C6447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44" creationId="{7E2728A9-D838-C5A0-EBF8-E651D4A8DAB7}"/>
          </ac:spMkLst>
        </pc:spChg>
        <pc:spChg chg="mod">
          <ac:chgData name="Guy Ray" userId="e04643c790329017" providerId="LiveId" clId="{81331041-E309-4D83-A0A0-8D03F70A0C66}" dt="2025-12-25T07:09:31.781" v="133" actId="27636"/>
          <ac:spMkLst>
            <pc:docMk/>
            <pc:sldMk cId="889269238" sldId="258"/>
            <ac:spMk id="72" creationId="{0DEF0C84-2FED-9822-CC9F-E14CD3B882A3}"/>
          </ac:spMkLst>
        </pc:spChg>
        <pc:picChg chg="mod">
          <ac:chgData name="Guy Ray" userId="e04643c790329017" providerId="LiveId" clId="{81331041-E309-4D83-A0A0-8D03F70A0C66}" dt="2025-12-25T18:15:31.875" v="1349" actId="1076"/>
          <ac:picMkLst>
            <pc:docMk/>
            <pc:sldMk cId="889269238" sldId="258"/>
            <ac:picMk id="46" creationId="{F466E8B6-028F-9A71-0E21-3FE9E0C41497}"/>
          </ac:picMkLst>
        </pc:picChg>
        <pc:cxnChg chg="mod">
          <ac:chgData name="Guy Ray" userId="e04643c790329017" providerId="LiveId" clId="{81331041-E309-4D83-A0A0-8D03F70A0C66}" dt="2026-01-11T18:07:24.977" v="1962" actId="20577"/>
          <ac:cxnSpMkLst>
            <pc:docMk/>
            <pc:sldMk cId="889269238" sldId="258"/>
            <ac:cxnSpMk id="41" creationId="{23B00CE4-A727-022E-C6C5-CC98E6F49608}"/>
          </ac:cxnSpMkLst>
        </pc:cxnChg>
      </pc:sldChg>
      <pc:sldChg chg="addSp delSp modSp add mod ord">
        <pc:chgData name="Guy Ray" userId="e04643c790329017" providerId="LiveId" clId="{81331041-E309-4D83-A0A0-8D03F70A0C66}" dt="2026-01-11T18:41:57.942" v="2298" actId="14100"/>
        <pc:sldMkLst>
          <pc:docMk/>
          <pc:sldMk cId="2499462871" sldId="259"/>
        </pc:sldMkLst>
        <pc:spChg chg="add del">
          <ac:chgData name="Guy Ray" userId="e04643c790329017" providerId="LiveId" clId="{81331041-E309-4D83-A0A0-8D03F70A0C66}" dt="2026-01-11T18:11:23.220" v="2030" actId="22"/>
          <ac:spMkLst>
            <pc:docMk/>
            <pc:sldMk cId="2499462871" sldId="259"/>
            <ac:spMk id="3" creationId="{0F83F327-D4CF-EAA2-03A5-30304287B490}"/>
          </ac:spMkLst>
        </pc:spChg>
        <pc:spChg chg="mod">
          <ac:chgData name="Guy Ray" userId="e04643c790329017" providerId="LiveId" clId="{81331041-E309-4D83-A0A0-8D03F70A0C66}" dt="2026-01-11T18:41:23.680" v="2285" actId="20577"/>
          <ac:spMkLst>
            <pc:docMk/>
            <pc:sldMk cId="2499462871" sldId="259"/>
            <ac:spMk id="9" creationId="{07FB10E8-EDAF-A598-ADD2-4EE64F29323F}"/>
          </ac:spMkLst>
        </pc:spChg>
        <pc:spChg chg="add mod">
          <ac:chgData name="Guy Ray" userId="e04643c790329017" providerId="LiveId" clId="{81331041-E309-4D83-A0A0-8D03F70A0C66}" dt="2026-01-11T18:36:03.077" v="2231" actId="403"/>
          <ac:spMkLst>
            <pc:docMk/>
            <pc:sldMk cId="2499462871" sldId="259"/>
            <ac:spMk id="14" creationId="{C80EE1D6-E526-17D2-F1FC-3EC00DA37A2F}"/>
          </ac:spMkLst>
        </pc:spChg>
        <pc:spChg chg="mod">
          <ac:chgData name="Guy Ray" userId="e04643c790329017" providerId="LiveId" clId="{81331041-E309-4D83-A0A0-8D03F70A0C66}" dt="2026-01-11T18:36:14.311" v="2232" actId="20577"/>
          <ac:spMkLst>
            <pc:docMk/>
            <pc:sldMk cId="2499462871" sldId="259"/>
            <ac:spMk id="43" creationId="{014AAF2A-7FD1-9905-E605-1D489F7A115D}"/>
          </ac:spMkLst>
        </pc:spChg>
        <pc:spChg chg="mod">
          <ac:chgData name="Guy Ray" userId="e04643c790329017" providerId="LiveId" clId="{81331041-E309-4D83-A0A0-8D03F70A0C66}" dt="2026-01-11T18:38:41.025" v="2257" actId="313"/>
          <ac:spMkLst>
            <pc:docMk/>
            <pc:sldMk cId="2499462871" sldId="259"/>
            <ac:spMk id="72" creationId="{B0388802-F14F-7170-0E7E-B8CF5C141762}"/>
          </ac:spMkLst>
        </pc:spChg>
        <pc:picChg chg="add mod">
          <ac:chgData name="Guy Ray" userId="e04643c790329017" providerId="LiveId" clId="{81331041-E309-4D83-A0A0-8D03F70A0C66}" dt="2026-01-11T18:24:10.409" v="2188" actId="1036"/>
          <ac:picMkLst>
            <pc:docMk/>
            <pc:sldMk cId="2499462871" sldId="259"/>
            <ac:picMk id="17" creationId="{CF91A028-FAC3-BF70-B104-8D2CF2A42D80}"/>
          </ac:picMkLst>
        </pc:picChg>
        <pc:picChg chg="add mod">
          <ac:chgData name="Guy Ray" userId="e04643c790329017" providerId="LiveId" clId="{81331041-E309-4D83-A0A0-8D03F70A0C66}" dt="2026-01-11T18:38:01.331" v="2238" actId="1076"/>
          <ac:picMkLst>
            <pc:docMk/>
            <pc:sldMk cId="2499462871" sldId="259"/>
            <ac:picMk id="19" creationId="{DC8FB839-B23F-560F-0671-F83D29F11E01}"/>
          </ac:picMkLst>
        </pc:picChg>
        <pc:picChg chg="add del mod">
          <ac:chgData name="Guy Ray" userId="e04643c790329017" providerId="LiveId" clId="{81331041-E309-4D83-A0A0-8D03F70A0C66}" dt="2026-01-11T18:32:12.951" v="2205" actId="478"/>
          <ac:picMkLst>
            <pc:docMk/>
            <pc:sldMk cId="2499462871" sldId="259"/>
            <ac:picMk id="21" creationId="{22080E12-6B5D-BA2C-6EFF-B3AE8C06921E}"/>
          </ac:picMkLst>
        </pc:picChg>
        <pc:picChg chg="add mod">
          <ac:chgData name="Guy Ray" userId="e04643c790329017" providerId="LiveId" clId="{81331041-E309-4D83-A0A0-8D03F70A0C66}" dt="2026-01-11T18:38:01.868" v="2239" actId="1076"/>
          <ac:picMkLst>
            <pc:docMk/>
            <pc:sldMk cId="2499462871" sldId="259"/>
            <ac:picMk id="24" creationId="{72B8C1CC-3303-3312-4BD3-8AFB7B3F641F}"/>
          </ac:picMkLst>
        </pc:picChg>
        <pc:picChg chg="add mod">
          <ac:chgData name="Guy Ray" userId="e04643c790329017" providerId="LiveId" clId="{81331041-E309-4D83-A0A0-8D03F70A0C66}" dt="2026-01-11T18:41:57.942" v="2298" actId="14100"/>
          <ac:picMkLst>
            <pc:docMk/>
            <pc:sldMk cId="2499462871" sldId="259"/>
            <ac:picMk id="27" creationId="{13410962-DD9F-E250-251A-D17E8F0F228E}"/>
          </ac:picMkLst>
        </pc:picChg>
      </pc:sldChg>
      <pc:sldChg chg="modSp add del mod">
        <pc:chgData name="Guy Ray" userId="e04643c790329017" providerId="LiveId" clId="{81331041-E309-4D83-A0A0-8D03F70A0C66}" dt="2026-01-11T18:10:55.478" v="2019" actId="47"/>
        <pc:sldMkLst>
          <pc:docMk/>
          <pc:sldMk cId="3806408699" sldId="259"/>
        </pc:sldMkLst>
        <pc:spChg chg="mod">
          <ac:chgData name="Guy Ray" userId="e04643c790329017" providerId="LiveId" clId="{81331041-E309-4D83-A0A0-8D03F70A0C66}" dt="2026-01-11T18:08:47.720" v="2012" actId="20577"/>
          <ac:spMkLst>
            <pc:docMk/>
            <pc:sldMk cId="3806408699" sldId="259"/>
            <ac:spMk id="72" creationId="{A51F88FC-E08D-8B2E-0A2B-C0C899E88FC6}"/>
          </ac:spMkLst>
        </pc:spChg>
      </pc:sldChg>
      <pc:sldChg chg="modSp add del mod">
        <pc:chgData name="Guy Ray" userId="e04643c790329017" providerId="LiveId" clId="{81331041-E309-4D83-A0A0-8D03F70A0C66}" dt="2026-01-11T18:10:55.334" v="2018" actId="47"/>
        <pc:sldMkLst>
          <pc:docMk/>
          <pc:sldMk cId="3973998" sldId="260"/>
        </pc:sldMkLst>
        <pc:spChg chg="mod">
          <ac:chgData name="Guy Ray" userId="e04643c790329017" providerId="LiveId" clId="{81331041-E309-4D83-A0A0-8D03F70A0C66}" dt="2026-01-11T18:09:11.359" v="2017" actId="20577"/>
          <ac:spMkLst>
            <pc:docMk/>
            <pc:sldMk cId="3973998" sldId="260"/>
            <ac:spMk id="72" creationId="{1130A11B-DA39-ED0F-3E40-7F2662313AE5}"/>
          </ac:spMkLst>
        </pc:spChg>
      </pc:sldChg>
      <pc:sldChg chg="add del">
        <pc:chgData name="Guy Ray" userId="e04643c790329017" providerId="LiveId" clId="{81331041-E309-4D83-A0A0-8D03F70A0C66}" dt="2026-01-11T18:11:11.913" v="2028"/>
        <pc:sldMkLst>
          <pc:docMk/>
          <pc:sldMk cId="148172900" sldId="260"/>
        </pc:sldMkLst>
      </pc:sldChg>
      <pc:sldChg chg="add del">
        <pc:chgData name="Guy Ray" userId="e04643c790329017" providerId="LiveId" clId="{81331041-E309-4D83-A0A0-8D03F70A0C66}" dt="2026-01-11T18:38:22.676" v="2243"/>
        <pc:sldMkLst>
          <pc:docMk/>
          <pc:sldMk cId="989391036" sldId="260"/>
        </pc:sldMkLst>
      </pc:sldChg>
      <pc:sldChg chg="addSp delSp modSp add mod ord">
        <pc:chgData name="Guy Ray" userId="e04643c790329017" providerId="LiveId" clId="{81331041-E309-4D83-A0A0-8D03F70A0C66}" dt="2026-01-12T05:54:38.103" v="3668" actId="1076"/>
        <pc:sldMkLst>
          <pc:docMk/>
          <pc:sldMk cId="3834988858" sldId="260"/>
        </pc:sldMkLst>
        <pc:spChg chg="mod">
          <ac:chgData name="Guy Ray" userId="e04643c790329017" providerId="LiveId" clId="{81331041-E309-4D83-A0A0-8D03F70A0C66}" dt="2026-01-12T05:50:44.140" v="3655" actId="20577"/>
          <ac:spMkLst>
            <pc:docMk/>
            <pc:sldMk cId="3834988858" sldId="260"/>
            <ac:spMk id="72" creationId="{AF8B65C8-1048-2A75-10FA-DBF9E814F44D}"/>
          </ac:spMkLst>
        </pc:spChg>
        <pc:picChg chg="add del mod">
          <ac:chgData name="Guy Ray" userId="e04643c790329017" providerId="LiveId" clId="{81331041-E309-4D83-A0A0-8D03F70A0C66}" dt="2026-01-12T05:47:02.889" v="3623" actId="478"/>
          <ac:picMkLst>
            <pc:docMk/>
            <pc:sldMk cId="3834988858" sldId="260"/>
            <ac:picMk id="3" creationId="{72A2374E-5FE2-3945-DE03-E1D0C8656E87}"/>
          </ac:picMkLst>
        </pc:picChg>
        <pc:picChg chg="add del mod">
          <ac:chgData name="Guy Ray" userId="e04643c790329017" providerId="LiveId" clId="{81331041-E309-4D83-A0A0-8D03F70A0C66}" dt="2026-01-12T05:49:41.839" v="3647" actId="478"/>
          <ac:picMkLst>
            <pc:docMk/>
            <pc:sldMk cId="3834988858" sldId="260"/>
            <ac:picMk id="4" creationId="{DE8F70F1-0AAD-586C-F3A7-F822ECEBA348}"/>
          </ac:picMkLst>
        </pc:picChg>
        <pc:picChg chg="add del mod">
          <ac:chgData name="Guy Ray" userId="e04643c790329017" providerId="LiveId" clId="{81331041-E309-4D83-A0A0-8D03F70A0C66}" dt="2026-01-12T05:54:30.816" v="3667" actId="478"/>
          <ac:picMkLst>
            <pc:docMk/>
            <pc:sldMk cId="3834988858" sldId="260"/>
            <ac:picMk id="5" creationId="{A6316650-6020-5EA3-8AA2-E3F5B8809E73}"/>
          </ac:picMkLst>
        </pc:picChg>
        <pc:picChg chg="add del mod">
          <ac:chgData name="Guy Ray" userId="e04643c790329017" providerId="LiveId" clId="{81331041-E309-4D83-A0A0-8D03F70A0C66}" dt="2026-01-12T05:52:49.917" v="3656" actId="478"/>
          <ac:picMkLst>
            <pc:docMk/>
            <pc:sldMk cId="3834988858" sldId="260"/>
            <ac:picMk id="7" creationId="{F3B2A684-6389-706B-A1B8-9975E60DCC8C}"/>
          </ac:picMkLst>
        </pc:picChg>
        <pc:picChg chg="add mod">
          <ac:chgData name="Guy Ray" userId="e04643c790329017" providerId="LiveId" clId="{81331041-E309-4D83-A0A0-8D03F70A0C66}" dt="2026-01-12T05:53:05.911" v="3665" actId="1076"/>
          <ac:picMkLst>
            <pc:docMk/>
            <pc:sldMk cId="3834988858" sldId="260"/>
            <ac:picMk id="9" creationId="{F45CF8AB-9341-4BCA-988B-3ED7B4E53E14}"/>
          </ac:picMkLst>
        </pc:picChg>
        <pc:picChg chg="add mod">
          <ac:chgData name="Guy Ray" userId="e04643c790329017" providerId="LiveId" clId="{81331041-E309-4D83-A0A0-8D03F70A0C66}" dt="2026-01-12T05:54:38.103" v="3668" actId="1076"/>
          <ac:picMkLst>
            <pc:docMk/>
            <pc:sldMk cId="3834988858" sldId="260"/>
            <ac:picMk id="11" creationId="{9FBE9B42-572B-7A23-2EB8-DDF008C63024}"/>
          </ac:picMkLst>
        </pc:picChg>
      </pc:sldChg>
      <pc:sldChg chg="addSp delSp modSp add mod">
        <pc:chgData name="Guy Ray" userId="e04643c790329017" providerId="LiveId" clId="{81331041-E309-4D83-A0A0-8D03F70A0C66}" dt="2026-01-11T19:17:43.978" v="3353" actId="207"/>
        <pc:sldMkLst>
          <pc:docMk/>
          <pc:sldMk cId="2023319756" sldId="261"/>
        </pc:sldMkLst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4" creationId="{041F0CA8-DE6F-FD48-FCBF-D7BE66A3CB4D}"/>
          </ac:spMkLst>
        </pc:spChg>
        <pc:spChg chg="add mod">
          <ac:chgData name="Guy Ray" userId="e04643c790329017" providerId="LiveId" clId="{81331041-E309-4D83-A0A0-8D03F70A0C66}" dt="2026-01-11T19:17:43.978" v="3353" actId="207"/>
          <ac:spMkLst>
            <pc:docMk/>
            <pc:sldMk cId="2023319756" sldId="261"/>
            <ac:spMk id="6" creationId="{9A1166D9-FD53-B08F-2ACB-353FEE93ECBD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7" creationId="{2A481A30-F7AF-3666-88E3-11310BCF985A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8" creationId="{7C2174AD-95CD-3A93-0987-6E8DBDCC318F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9" creationId="{CCEBC2C4-056E-6116-A922-31403EC22289}"/>
          </ac:spMkLst>
        </pc:spChg>
        <pc:spChg chg="add del">
          <ac:chgData name="Guy Ray" userId="e04643c790329017" providerId="LiveId" clId="{81331041-E309-4D83-A0A0-8D03F70A0C66}" dt="2026-01-11T19:02:39.598" v="3024" actId="22"/>
          <ac:spMkLst>
            <pc:docMk/>
            <pc:sldMk cId="2023319756" sldId="261"/>
            <ac:spMk id="11" creationId="{26036D5F-C823-523F-DAFF-376E21501C8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18" creationId="{E35EDD1C-1950-D788-AF25-A33241A9214E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0" creationId="{46F1E7C4-EAA4-79D1-2EF8-135A1A4BB650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1" creationId="{4C475FE6-2049-9AB3-8EAB-2B228DF762C2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2" creationId="{0508DDBD-1214-DD21-869B-9B2EEF3578CF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4" creationId="{B87ED655-4E65-2284-AD84-D90CEBC826C7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5" creationId="{DBA8F9FD-A4A9-03B8-F6AE-047918F2E006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0" creationId="{0307409B-3F5D-B901-8DE7-6E6B54F03749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1" creationId="{F00D0CEA-A5FF-6E5D-6CBF-C4F7CEECB6F9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3" creationId="{CFB1788A-5C39-661C-BFE5-B3BAA485AB26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9" creationId="{32D21689-F997-F3CB-B50D-2C5CFBB5F1D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0" creationId="{822ACBD9-2394-6321-9101-8A04A289321B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4" creationId="{69DCF0A1-7DC8-AD66-3F0E-3911A73B4726}"/>
          </ac:spMkLst>
        </pc:spChg>
        <pc:spChg chg="mod">
          <ac:chgData name="Guy Ray" userId="e04643c790329017" providerId="LiveId" clId="{81331041-E309-4D83-A0A0-8D03F70A0C66}" dt="2026-01-11T18:59:39.541" v="2922" actId="20577"/>
          <ac:spMkLst>
            <pc:docMk/>
            <pc:sldMk cId="2023319756" sldId="261"/>
            <ac:spMk id="72" creationId="{C228CC64-F9FE-DAC9-19B2-357A69C02BD6}"/>
          </ac:spMkLst>
        </pc:spChg>
        <pc:picChg chg="del">
          <ac:chgData name="Guy Ray" userId="e04643c790329017" providerId="LiveId" clId="{81331041-E309-4D83-A0A0-8D03F70A0C66}" dt="2026-01-11T18:49:07.315" v="2356" actId="478"/>
          <ac:picMkLst>
            <pc:docMk/>
            <pc:sldMk cId="2023319756" sldId="261"/>
            <ac:picMk id="5" creationId="{128135A7-F533-D2EE-8455-32F3C67A5140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5" creationId="{6D8175C8-94E0-74F4-4A11-9FEBB48355F9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6" creationId="{D30451DD-2E64-754E-ACFB-CBC044C1C4B7}"/>
          </ac:picMkLst>
        </pc:pic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29" creationId="{5FF8ADA5-FABD-FA85-5483-496B8B0D905B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4" creationId="{4C068760-C3D5-337C-E15C-1A5E47500E45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5" creationId="{F90A8487-6376-2336-214C-01A6C4BBDED4}"/>
          </ac:cxnSpMkLst>
        </pc:cxnChg>
      </pc:sldChg>
      <pc:sldChg chg="addSp delSp modSp add mod">
        <pc:chgData name="Guy Ray" userId="e04643c790329017" providerId="LiveId" clId="{81331041-E309-4D83-A0A0-8D03F70A0C66}" dt="2026-01-12T05:28:57.817" v="3490" actId="1076"/>
        <pc:sldMkLst>
          <pc:docMk/>
          <pc:sldMk cId="2648202317" sldId="262"/>
        </pc:sldMkLst>
        <pc:spChg chg="del">
          <ac:chgData name="Guy Ray" userId="e04643c790329017" providerId="LiveId" clId="{81331041-E309-4D83-A0A0-8D03F70A0C66}" dt="2026-01-11T19:04:54.260" v="3040" actId="478"/>
          <ac:spMkLst>
            <pc:docMk/>
            <pc:sldMk cId="2648202317" sldId="262"/>
            <ac:spMk id="4" creationId="{75723669-267A-D678-FA7C-5BE8F5840FF2}"/>
          </ac:spMkLst>
        </pc:spChg>
        <pc:spChg chg="del">
          <ac:chgData name="Guy Ray" userId="e04643c790329017" providerId="LiveId" clId="{81331041-E309-4D83-A0A0-8D03F70A0C66}" dt="2026-01-11T19:04:55.518" v="3041" actId="478"/>
          <ac:spMkLst>
            <pc:docMk/>
            <pc:sldMk cId="2648202317" sldId="262"/>
            <ac:spMk id="6" creationId="{64B244AB-EF7D-DA45-C84C-282EC1ED7983}"/>
          </ac:spMkLst>
        </pc:spChg>
        <pc:spChg chg="del">
          <ac:chgData name="Guy Ray" userId="e04643c790329017" providerId="LiveId" clId="{81331041-E309-4D83-A0A0-8D03F70A0C66}" dt="2026-01-11T19:04:56.586" v="3042" actId="478"/>
          <ac:spMkLst>
            <pc:docMk/>
            <pc:sldMk cId="2648202317" sldId="262"/>
            <ac:spMk id="7" creationId="{6FA16D5B-E5C6-AAE9-1012-128EC2222306}"/>
          </ac:spMkLst>
        </pc:spChg>
        <pc:spChg chg="del">
          <ac:chgData name="Guy Ray" userId="e04643c790329017" providerId="LiveId" clId="{81331041-E309-4D83-A0A0-8D03F70A0C66}" dt="2026-01-11T19:04:58.674" v="3043" actId="478"/>
          <ac:spMkLst>
            <pc:docMk/>
            <pc:sldMk cId="2648202317" sldId="262"/>
            <ac:spMk id="8" creationId="{45B090E9-38A5-ED59-E697-FB24155EFAC0}"/>
          </ac:spMkLst>
        </pc:spChg>
        <pc:spChg chg="del">
          <ac:chgData name="Guy Ray" userId="e04643c790329017" providerId="LiveId" clId="{81331041-E309-4D83-A0A0-8D03F70A0C66}" dt="2026-01-11T19:04:59.802" v="3044" actId="478"/>
          <ac:spMkLst>
            <pc:docMk/>
            <pc:sldMk cId="2648202317" sldId="262"/>
            <ac:spMk id="9" creationId="{30C988BE-4539-B0C3-9D16-22C8DD63B043}"/>
          </ac:spMkLst>
        </pc:spChg>
        <pc:spChg chg="add mod">
          <ac:chgData name="Guy Ray" userId="e04643c790329017" providerId="LiveId" clId="{81331041-E309-4D83-A0A0-8D03F70A0C66}" dt="2026-01-12T05:28:57.817" v="3490" actId="1076"/>
          <ac:spMkLst>
            <pc:docMk/>
            <pc:sldMk cId="2648202317" sldId="262"/>
            <ac:spMk id="17" creationId="{146D6559-6586-8ECA-D707-FC8C5CB7B9DA}"/>
          </ac:spMkLst>
        </pc:spChg>
        <pc:spChg chg="add del mod">
          <ac:chgData name="Guy Ray" userId="e04643c790329017" providerId="LiveId" clId="{81331041-E309-4D83-A0A0-8D03F70A0C66}" dt="2026-01-11T19:14:12.044" v="3195" actId="478"/>
          <ac:spMkLst>
            <pc:docMk/>
            <pc:sldMk cId="2648202317" sldId="262"/>
            <ac:spMk id="18" creationId="{F315826A-3000-A472-539A-87E378131F49}"/>
          </ac:spMkLst>
        </pc:spChg>
        <pc:spChg chg="mod">
          <ac:chgData name="Guy Ray" userId="e04643c790329017" providerId="LiveId" clId="{81331041-E309-4D83-A0A0-8D03F70A0C66}" dt="2026-01-11T19:02:49.964" v="3039" actId="20577"/>
          <ac:spMkLst>
            <pc:docMk/>
            <pc:sldMk cId="2648202317" sldId="262"/>
            <ac:spMk id="72" creationId="{FAE8B685-AE3B-0F5F-8CE0-5F99C1DD169A}"/>
          </ac:spMkLst>
        </pc:spChg>
        <pc:picChg chg="add mod">
          <ac:chgData name="Guy Ray" userId="e04643c790329017" providerId="LiveId" clId="{81331041-E309-4D83-A0A0-8D03F70A0C66}" dt="2026-01-11T19:12:52.960" v="3147" actId="1076"/>
          <ac:picMkLst>
            <pc:docMk/>
            <pc:sldMk cId="2648202317" sldId="262"/>
            <ac:picMk id="3" creationId="{DA1BB7A5-6ECD-13EE-6AA5-3A955780F908}"/>
          </ac:picMkLst>
        </pc:picChg>
        <pc:picChg chg="add del">
          <ac:chgData name="Guy Ray" userId="e04643c790329017" providerId="LiveId" clId="{81331041-E309-4D83-A0A0-8D03F70A0C66}" dt="2026-01-11T19:06:49.601" v="3050" actId="22"/>
          <ac:picMkLst>
            <pc:docMk/>
            <pc:sldMk cId="2648202317" sldId="262"/>
            <ac:picMk id="10" creationId="{0FE6CD32-4D66-EB49-BDDF-9C4B85A6CC13}"/>
          </ac:picMkLst>
        </pc:picChg>
        <pc:picChg chg="add mod">
          <ac:chgData name="Guy Ray" userId="e04643c790329017" providerId="LiveId" clId="{81331041-E309-4D83-A0A0-8D03F70A0C66}" dt="2026-01-11T19:07:40.970" v="3059" actId="14100"/>
          <ac:picMkLst>
            <pc:docMk/>
            <pc:sldMk cId="2648202317" sldId="262"/>
            <ac:picMk id="12" creationId="{773CDA28-730E-3B71-BBE1-724DF78B86FE}"/>
          </ac:picMkLst>
        </pc:picChg>
        <pc:picChg chg="add mod">
          <ac:chgData name="Guy Ray" userId="e04643c790329017" providerId="LiveId" clId="{81331041-E309-4D83-A0A0-8D03F70A0C66}" dt="2026-01-11T19:12:06.295" v="3083" actId="1076"/>
          <ac:picMkLst>
            <pc:docMk/>
            <pc:sldMk cId="2648202317" sldId="262"/>
            <ac:picMk id="14" creationId="{F4207929-6C1C-A19D-11A5-607C8DECEE28}"/>
          </ac:picMkLst>
        </pc:picChg>
        <pc:picChg chg="add mod">
          <ac:chgData name="Guy Ray" userId="e04643c790329017" providerId="LiveId" clId="{81331041-E309-4D83-A0A0-8D03F70A0C66}" dt="2026-01-11T19:12:09.353" v="3084" actId="1076"/>
          <ac:picMkLst>
            <pc:docMk/>
            <pc:sldMk cId="2648202317" sldId="262"/>
            <ac:picMk id="16" creationId="{296D310C-AC8F-A4F5-9F4F-89F5AC4F6DD3}"/>
          </ac:picMkLst>
        </pc:picChg>
      </pc:sldChg>
      <pc:sldChg chg="addSp delSp modSp add mod">
        <pc:chgData name="Guy Ray" userId="e04643c790329017" providerId="LiveId" clId="{81331041-E309-4D83-A0A0-8D03F70A0C66}" dt="2026-01-12T05:34:23.223" v="3512" actId="20577"/>
        <pc:sldMkLst>
          <pc:docMk/>
          <pc:sldMk cId="2997735870" sldId="263"/>
        </pc:sldMkLst>
        <pc:spChg chg="del">
          <ac:chgData name="Guy Ray" userId="e04643c790329017" providerId="LiveId" clId="{81331041-E309-4D83-A0A0-8D03F70A0C66}" dt="2026-01-11T19:19:24.200" v="3420" actId="478"/>
          <ac:spMkLst>
            <pc:docMk/>
            <pc:sldMk cId="2997735870" sldId="263"/>
            <ac:spMk id="17" creationId="{ABE0E811-0589-1845-BC89-2690C9E6F866}"/>
          </ac:spMkLst>
        </pc:spChg>
        <pc:spChg chg="mod">
          <ac:chgData name="Guy Ray" userId="e04643c790329017" providerId="LiveId" clId="{81331041-E309-4D83-A0A0-8D03F70A0C66}" dt="2026-01-12T05:34:23.223" v="3512" actId="20577"/>
          <ac:spMkLst>
            <pc:docMk/>
            <pc:sldMk cId="2997735870" sldId="263"/>
            <ac:spMk id="72" creationId="{297FCD72-4F3C-7168-8498-324748D4ACD6}"/>
          </ac:spMkLst>
        </pc:spChg>
        <pc:picChg chg="del">
          <ac:chgData name="Guy Ray" userId="e04643c790329017" providerId="LiveId" clId="{81331041-E309-4D83-A0A0-8D03F70A0C66}" dt="2026-01-11T19:19:20.373" v="3416" actId="478"/>
          <ac:picMkLst>
            <pc:docMk/>
            <pc:sldMk cId="2997735870" sldId="263"/>
            <ac:picMk id="3" creationId="{31A2FC24-9175-6034-F489-D33BC932B46D}"/>
          </ac:picMkLst>
        </pc:picChg>
        <pc:picChg chg="del">
          <ac:chgData name="Guy Ray" userId="e04643c790329017" providerId="LiveId" clId="{81331041-E309-4D83-A0A0-8D03F70A0C66}" dt="2026-01-11T19:19:21.140" v="3417" actId="478"/>
          <ac:picMkLst>
            <pc:docMk/>
            <pc:sldMk cId="2997735870" sldId="263"/>
            <ac:picMk id="12" creationId="{A3D5E40E-EE54-556C-F9FA-9F686C0960F1}"/>
          </ac:picMkLst>
        </pc:picChg>
        <pc:picChg chg="del">
          <ac:chgData name="Guy Ray" userId="e04643c790329017" providerId="LiveId" clId="{81331041-E309-4D83-A0A0-8D03F70A0C66}" dt="2026-01-11T19:19:22.069" v="3418" actId="478"/>
          <ac:picMkLst>
            <pc:docMk/>
            <pc:sldMk cId="2997735870" sldId="263"/>
            <ac:picMk id="14" creationId="{D3E2AE00-62EA-8313-4D7C-8A3FE5E1D934}"/>
          </ac:picMkLst>
        </pc:picChg>
        <pc:picChg chg="del">
          <ac:chgData name="Guy Ray" userId="e04643c790329017" providerId="LiveId" clId="{81331041-E309-4D83-A0A0-8D03F70A0C66}" dt="2026-01-11T19:19:22.727" v="3419" actId="478"/>
          <ac:picMkLst>
            <pc:docMk/>
            <pc:sldMk cId="2997735870" sldId="263"/>
            <ac:picMk id="16" creationId="{4FED5CD6-0646-9C8B-E3B3-A01A558B0112}"/>
          </ac:picMkLst>
        </pc:picChg>
        <pc:picChg chg="add mod">
          <ac:chgData name="Guy Ray" userId="e04643c790329017" providerId="LiveId" clId="{81331041-E309-4D83-A0A0-8D03F70A0C66}" dt="2026-01-12T05:34:00.290" v="3506" actId="1076"/>
          <ac:picMkLst>
            <pc:docMk/>
            <pc:sldMk cId="2997735870" sldId="263"/>
            <ac:picMk id="1026" creationId="{3B5D5540-FA05-1BFB-5D48-387BD5104925}"/>
          </ac:picMkLst>
        </pc:picChg>
        <pc:picChg chg="add mod">
          <ac:chgData name="Guy Ray" userId="e04643c790329017" providerId="LiveId" clId="{81331041-E309-4D83-A0A0-8D03F70A0C66}" dt="2026-01-12T05:32:49.875" v="3496" actId="1076"/>
          <ac:picMkLst>
            <pc:docMk/>
            <pc:sldMk cId="2997735870" sldId="263"/>
            <ac:picMk id="1028" creationId="{778E39FD-F1AD-11C6-FD6A-BB5FC6870845}"/>
          </ac:picMkLst>
        </pc:picChg>
        <pc:picChg chg="add mod">
          <ac:chgData name="Guy Ray" userId="e04643c790329017" providerId="LiveId" clId="{81331041-E309-4D83-A0A0-8D03F70A0C66}" dt="2026-01-12T05:34:12.587" v="3508" actId="14100"/>
          <ac:picMkLst>
            <pc:docMk/>
            <pc:sldMk cId="2997735870" sldId="263"/>
            <ac:picMk id="1030" creationId="{54B78935-50DA-F33D-5D6B-019CA0B7C912}"/>
          </ac:picMkLst>
        </pc:picChg>
      </pc:sldChg>
      <pc:sldChg chg="modSp add del mod">
        <pc:chgData name="Guy Ray" userId="e04643c790329017" providerId="LiveId" clId="{81331041-E309-4D83-A0A0-8D03F70A0C66}" dt="2026-01-12T05:44:04.587" v="3613" actId="47"/>
        <pc:sldMkLst>
          <pc:docMk/>
          <pc:sldMk cId="2364014476" sldId="264"/>
        </pc:sldMkLst>
        <pc:spChg chg="mod">
          <ac:chgData name="Guy Ray" userId="e04643c790329017" providerId="LiveId" clId="{81331041-E309-4D83-A0A0-8D03F70A0C66}" dt="2026-01-11T19:20:09.507" v="3468" actId="20577"/>
          <ac:spMkLst>
            <pc:docMk/>
            <pc:sldMk cId="2364014476" sldId="264"/>
            <ac:spMk id="72" creationId="{9EB4E142-6E5B-1DF7-1929-423CC40F392A}"/>
          </ac:spMkLst>
        </pc:spChg>
      </pc:sldChg>
      <pc:sldChg chg="addSp delSp modSp add mod ord">
        <pc:chgData name="Guy Ray" userId="e04643c790329017" providerId="LiveId" clId="{81331041-E309-4D83-A0A0-8D03F70A0C66}" dt="2026-01-12T05:38:28.624" v="3539"/>
        <pc:sldMkLst>
          <pc:docMk/>
          <pc:sldMk cId="3597412187" sldId="265"/>
        </pc:sldMkLst>
        <pc:spChg chg="mod">
          <ac:chgData name="Guy Ray" userId="e04643c790329017" providerId="LiveId" clId="{81331041-E309-4D83-A0A0-8D03F70A0C66}" dt="2026-01-12T05:35:55.477" v="3521" actId="20577"/>
          <ac:spMkLst>
            <pc:docMk/>
            <pc:sldMk cId="3597412187" sldId="265"/>
            <ac:spMk id="72" creationId="{BC8DADA9-5F6F-90E9-CCCB-552036AEBDE6}"/>
          </ac:spMkLst>
        </pc:spChg>
        <pc:picChg chg="del">
          <ac:chgData name="Guy Ray" userId="e04643c790329017" providerId="LiveId" clId="{81331041-E309-4D83-A0A0-8D03F70A0C66}" dt="2026-01-12T05:36:35.948" v="3529" actId="478"/>
          <ac:picMkLst>
            <pc:docMk/>
            <pc:sldMk cId="3597412187" sldId="265"/>
            <ac:picMk id="1026" creationId="{E9D13E1C-568C-0972-C23E-D87E88B94893}"/>
          </ac:picMkLst>
        </pc:picChg>
        <pc:picChg chg="del">
          <ac:chgData name="Guy Ray" userId="e04643c790329017" providerId="LiveId" clId="{81331041-E309-4D83-A0A0-8D03F70A0C66}" dt="2026-01-12T05:37:38.321" v="3537" actId="478"/>
          <ac:picMkLst>
            <pc:docMk/>
            <pc:sldMk cId="3597412187" sldId="265"/>
            <ac:picMk id="1030" creationId="{967E85DF-8C37-26C5-BABF-1AA1A8B80AC4}"/>
          </ac:picMkLst>
        </pc:picChg>
        <pc:picChg chg="add mod">
          <ac:chgData name="Guy Ray" userId="e04643c790329017" providerId="LiveId" clId="{81331041-E309-4D83-A0A0-8D03F70A0C66}" dt="2026-01-12T05:36:33.893" v="3528" actId="167"/>
          <ac:picMkLst>
            <pc:docMk/>
            <pc:sldMk cId="3597412187" sldId="265"/>
            <ac:picMk id="2050" creationId="{1B963A14-AB12-CDF6-4636-3479B34B34D6}"/>
          </ac:picMkLst>
        </pc:picChg>
        <pc:picChg chg="add mod">
          <ac:chgData name="Guy Ray" userId="e04643c790329017" providerId="LiveId" clId="{81331041-E309-4D83-A0A0-8D03F70A0C66}" dt="2026-01-12T05:37:36.177" v="3536" actId="167"/>
          <ac:picMkLst>
            <pc:docMk/>
            <pc:sldMk cId="3597412187" sldId="265"/>
            <ac:picMk id="2052" creationId="{57AE8640-CD0E-07D6-169C-271EC69F861F}"/>
          </ac:picMkLst>
        </pc:picChg>
      </pc:sldChg>
      <pc:sldChg chg="addSp delSp modSp add mod">
        <pc:chgData name="Guy Ray" userId="e04643c790329017" providerId="LiveId" clId="{81331041-E309-4D83-A0A0-8D03F70A0C66}" dt="2026-01-12T05:43:40.892" v="3612" actId="1076"/>
        <pc:sldMkLst>
          <pc:docMk/>
          <pc:sldMk cId="201010221" sldId="266"/>
        </pc:sldMkLst>
        <pc:spChg chg="mod">
          <ac:chgData name="Guy Ray" userId="e04643c790329017" providerId="LiveId" clId="{81331041-E309-4D83-A0A0-8D03F70A0C66}" dt="2026-01-12T05:41:54.240" v="3548" actId="20577"/>
          <ac:spMkLst>
            <pc:docMk/>
            <pc:sldMk cId="201010221" sldId="266"/>
            <ac:spMk id="72" creationId="{76699756-1B62-1FA1-05C5-BB1CE71395A9}"/>
          </ac:spMkLst>
        </pc:spChg>
        <pc:picChg chg="del">
          <ac:chgData name="Guy Ray" userId="e04643c790329017" providerId="LiveId" clId="{81331041-E309-4D83-A0A0-8D03F70A0C66}" dt="2026-01-12T05:42:26.934" v="3560" actId="478"/>
          <ac:picMkLst>
            <pc:docMk/>
            <pc:sldMk cId="201010221" sldId="266"/>
            <ac:picMk id="2050" creationId="{36FF5026-37E7-F38B-9391-C4B4B903E006}"/>
          </ac:picMkLst>
        </pc:picChg>
        <pc:picChg chg="del mod">
          <ac:chgData name="Guy Ray" userId="e04643c790329017" providerId="LiveId" clId="{81331041-E309-4D83-A0A0-8D03F70A0C66}" dt="2026-01-12T05:43:31.121" v="3610" actId="478"/>
          <ac:picMkLst>
            <pc:docMk/>
            <pc:sldMk cId="201010221" sldId="266"/>
            <ac:picMk id="2052" creationId="{74D74CFC-B3E3-843C-8495-9532A2CF3C00}"/>
          </ac:picMkLst>
        </pc:picChg>
        <pc:picChg chg="add mod">
          <ac:chgData name="Guy Ray" userId="e04643c790329017" providerId="LiveId" clId="{81331041-E309-4D83-A0A0-8D03F70A0C66}" dt="2026-01-12T05:42:24.958" v="3559" actId="167"/>
          <ac:picMkLst>
            <pc:docMk/>
            <pc:sldMk cId="201010221" sldId="266"/>
            <ac:picMk id="3074" creationId="{5446687D-945E-8AD1-983B-6DF0AA3F60F4}"/>
          </ac:picMkLst>
        </pc:picChg>
        <pc:picChg chg="add mod">
          <ac:chgData name="Guy Ray" userId="e04643c790329017" providerId="LiveId" clId="{81331041-E309-4D83-A0A0-8D03F70A0C66}" dt="2026-01-12T05:43:40.892" v="3612" actId="1076"/>
          <ac:picMkLst>
            <pc:docMk/>
            <pc:sldMk cId="201010221" sldId="266"/>
            <ac:picMk id="3076" creationId="{4B0E9982-319A-CA65-E32E-2A4724F2D44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94689-8CDF-4679-BA66-D99094A7DD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4E060E-98E4-45A9-9115-4FF4663A4803}">
      <dgm:prSet/>
      <dgm:spPr/>
      <dgm:t>
        <a:bodyPr/>
        <a:lstStyle/>
        <a:p>
          <a:r>
            <a:rPr lang="he-IL"/>
            <a:t>הבעיה: שוק ההון מאופיין בתנודתיות ואי ודאות</a:t>
          </a:r>
          <a:endParaRPr lang="en-US"/>
        </a:p>
      </dgm:t>
    </dgm:pt>
    <dgm:pt modelId="{BD0D2A5E-A690-4343-8AC0-6AB8BB58F854}" type="parTrans" cxnId="{D548655F-82DF-4AD5-8C67-9728610910F6}">
      <dgm:prSet/>
      <dgm:spPr/>
      <dgm:t>
        <a:bodyPr/>
        <a:lstStyle/>
        <a:p>
          <a:endParaRPr lang="en-US"/>
        </a:p>
      </dgm:t>
    </dgm:pt>
    <dgm:pt modelId="{65E98B5C-C8DF-4CE4-8293-9F065FCF2EF0}" type="sibTrans" cxnId="{D548655F-82DF-4AD5-8C67-9728610910F6}">
      <dgm:prSet/>
      <dgm:spPr/>
      <dgm:t>
        <a:bodyPr/>
        <a:lstStyle/>
        <a:p>
          <a:endParaRPr lang="en-US"/>
        </a:p>
      </dgm:t>
    </dgm:pt>
    <dgm:pt modelId="{98ADA39B-9028-4935-9E22-0872CA9DAAD7}">
      <dgm:prSet/>
      <dgm:spPr/>
      <dgm:t>
        <a:bodyPr/>
        <a:lstStyle/>
        <a:p>
          <a:r>
            <a:rPr lang="he-IL"/>
            <a:t>משקיעים מתקשים לזהות מגמות עתידיות בזמן אמת</a:t>
          </a:r>
          <a:endParaRPr lang="en-US"/>
        </a:p>
      </dgm:t>
    </dgm:pt>
    <dgm:pt modelId="{1244C0AF-07A0-4FBC-8EB4-908AF524B18C}" type="parTrans" cxnId="{C8C7F607-8B64-414B-A0BE-0931A7930C4F}">
      <dgm:prSet/>
      <dgm:spPr/>
      <dgm:t>
        <a:bodyPr/>
        <a:lstStyle/>
        <a:p>
          <a:endParaRPr lang="en-US"/>
        </a:p>
      </dgm:t>
    </dgm:pt>
    <dgm:pt modelId="{D4942E77-F6B4-4209-8658-8D1619A1112C}" type="sibTrans" cxnId="{C8C7F607-8B64-414B-A0BE-0931A7930C4F}">
      <dgm:prSet/>
      <dgm:spPr/>
      <dgm:t>
        <a:bodyPr/>
        <a:lstStyle/>
        <a:p>
          <a:endParaRPr lang="en-US"/>
        </a:p>
      </dgm:t>
    </dgm:pt>
    <dgm:pt modelId="{029F4CDD-BDB1-4021-A141-FFEB8C995A90}">
      <dgm:prSet/>
      <dgm:spPr/>
      <dgm:t>
        <a:bodyPr/>
        <a:lstStyle/>
        <a:p>
          <a:r>
            <a:rPr lang="he-IL"/>
            <a:t>הצורך: מערכת חיזוי מבוססת נתונים להפקת החלטות השקעה</a:t>
          </a:r>
          <a:endParaRPr lang="en-US"/>
        </a:p>
      </dgm:t>
    </dgm:pt>
    <dgm:pt modelId="{9E6BA66F-4EEC-4692-9D87-047E09DA2D01}" type="parTrans" cxnId="{C6BCCA64-997A-4650-BE85-A411923397A1}">
      <dgm:prSet/>
      <dgm:spPr/>
      <dgm:t>
        <a:bodyPr/>
        <a:lstStyle/>
        <a:p>
          <a:endParaRPr lang="en-US"/>
        </a:p>
      </dgm:t>
    </dgm:pt>
    <dgm:pt modelId="{AC0F2FD4-31C1-43F3-ADC0-3C55C3DE7796}" type="sibTrans" cxnId="{C6BCCA64-997A-4650-BE85-A411923397A1}">
      <dgm:prSet/>
      <dgm:spPr/>
      <dgm:t>
        <a:bodyPr/>
        <a:lstStyle/>
        <a:p>
          <a:endParaRPr lang="en-US"/>
        </a:p>
      </dgm:t>
    </dgm:pt>
    <dgm:pt modelId="{7DAE3631-F363-410E-BA3C-414D85CEDD0F}" type="pres">
      <dgm:prSet presAssocID="{D8394689-8CDF-4679-BA66-D99094A7DD46}" presName="root" presStyleCnt="0">
        <dgm:presLayoutVars>
          <dgm:dir/>
          <dgm:resizeHandles val="exact"/>
        </dgm:presLayoutVars>
      </dgm:prSet>
      <dgm:spPr/>
    </dgm:pt>
    <dgm:pt modelId="{CC69AE0A-FFE8-404E-B95D-9913AD5B33FA}" type="pres">
      <dgm:prSet presAssocID="{E64E060E-98E4-45A9-9115-4FF4663A4803}" presName="compNode" presStyleCnt="0"/>
      <dgm:spPr/>
    </dgm:pt>
    <dgm:pt modelId="{70B23FF8-AC34-41E4-823D-A825E9A69C27}" type="pres">
      <dgm:prSet presAssocID="{E64E060E-98E4-45A9-9115-4FF4663A48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0109DB2-DFAD-47F9-A891-A5CBBBFE6D8B}" type="pres">
      <dgm:prSet presAssocID="{E64E060E-98E4-45A9-9115-4FF4663A4803}" presName="spaceRect" presStyleCnt="0"/>
      <dgm:spPr/>
    </dgm:pt>
    <dgm:pt modelId="{566DDAA6-8741-473F-A8E1-FD799233C75C}" type="pres">
      <dgm:prSet presAssocID="{E64E060E-98E4-45A9-9115-4FF4663A4803}" presName="textRect" presStyleLbl="revTx" presStyleIdx="0" presStyleCnt="3">
        <dgm:presLayoutVars>
          <dgm:chMax val="1"/>
          <dgm:chPref val="1"/>
        </dgm:presLayoutVars>
      </dgm:prSet>
      <dgm:spPr/>
    </dgm:pt>
    <dgm:pt modelId="{524118F8-A344-4103-9096-C49A8BA97700}" type="pres">
      <dgm:prSet presAssocID="{65E98B5C-C8DF-4CE4-8293-9F065FCF2EF0}" presName="sibTrans" presStyleCnt="0"/>
      <dgm:spPr/>
    </dgm:pt>
    <dgm:pt modelId="{6F567ED2-B52C-49CA-8BCE-18877D433027}" type="pres">
      <dgm:prSet presAssocID="{98ADA39B-9028-4935-9E22-0872CA9DAAD7}" presName="compNode" presStyleCnt="0"/>
      <dgm:spPr/>
    </dgm:pt>
    <dgm:pt modelId="{12787E0A-2254-43CE-9D3C-C98DFB8AF252}" type="pres">
      <dgm:prSet presAssocID="{98ADA39B-9028-4935-9E22-0872CA9DAA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DF30FEA-0306-4F05-8A8B-188FF1AA0E70}" type="pres">
      <dgm:prSet presAssocID="{98ADA39B-9028-4935-9E22-0872CA9DAAD7}" presName="spaceRect" presStyleCnt="0"/>
      <dgm:spPr/>
    </dgm:pt>
    <dgm:pt modelId="{3E8EDFED-F841-4D76-B130-539D7CC040CD}" type="pres">
      <dgm:prSet presAssocID="{98ADA39B-9028-4935-9E22-0872CA9DAAD7}" presName="textRect" presStyleLbl="revTx" presStyleIdx="1" presStyleCnt="3">
        <dgm:presLayoutVars>
          <dgm:chMax val="1"/>
          <dgm:chPref val="1"/>
        </dgm:presLayoutVars>
      </dgm:prSet>
      <dgm:spPr/>
    </dgm:pt>
    <dgm:pt modelId="{015298FC-B202-4577-8B0A-A8D7CA42D202}" type="pres">
      <dgm:prSet presAssocID="{D4942E77-F6B4-4209-8658-8D1619A1112C}" presName="sibTrans" presStyleCnt="0"/>
      <dgm:spPr/>
    </dgm:pt>
    <dgm:pt modelId="{1E548442-662B-467D-81F4-FE2B79C6284F}" type="pres">
      <dgm:prSet presAssocID="{029F4CDD-BDB1-4021-A141-FFEB8C995A90}" presName="compNode" presStyleCnt="0"/>
      <dgm:spPr/>
    </dgm:pt>
    <dgm:pt modelId="{74C0F41E-D7D8-409D-A968-35FEB6B53F5D}" type="pres">
      <dgm:prSet presAssocID="{029F4CDD-BDB1-4021-A141-FFEB8C995A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5273691-A8F3-40FC-AC9D-9DE2BA639611}" type="pres">
      <dgm:prSet presAssocID="{029F4CDD-BDB1-4021-A141-FFEB8C995A90}" presName="spaceRect" presStyleCnt="0"/>
      <dgm:spPr/>
    </dgm:pt>
    <dgm:pt modelId="{39A3E606-8E31-4802-A7B8-CFDAFF4EBAEB}" type="pres">
      <dgm:prSet presAssocID="{029F4CDD-BDB1-4021-A141-FFEB8C995A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C7F607-8B64-414B-A0BE-0931A7930C4F}" srcId="{D8394689-8CDF-4679-BA66-D99094A7DD46}" destId="{98ADA39B-9028-4935-9E22-0872CA9DAAD7}" srcOrd="1" destOrd="0" parTransId="{1244C0AF-07A0-4FBC-8EB4-908AF524B18C}" sibTransId="{D4942E77-F6B4-4209-8658-8D1619A1112C}"/>
    <dgm:cxn modelId="{D548655F-82DF-4AD5-8C67-9728610910F6}" srcId="{D8394689-8CDF-4679-BA66-D99094A7DD46}" destId="{E64E060E-98E4-45A9-9115-4FF4663A4803}" srcOrd="0" destOrd="0" parTransId="{BD0D2A5E-A690-4343-8AC0-6AB8BB58F854}" sibTransId="{65E98B5C-C8DF-4CE4-8293-9F065FCF2EF0}"/>
    <dgm:cxn modelId="{C6BCCA64-997A-4650-BE85-A411923397A1}" srcId="{D8394689-8CDF-4679-BA66-D99094A7DD46}" destId="{029F4CDD-BDB1-4021-A141-FFEB8C995A90}" srcOrd="2" destOrd="0" parTransId="{9E6BA66F-4EEC-4692-9D87-047E09DA2D01}" sibTransId="{AC0F2FD4-31C1-43F3-ADC0-3C55C3DE7796}"/>
    <dgm:cxn modelId="{641DBD6B-D18A-46E2-80A1-C59C6EE8E474}" type="presOf" srcId="{D8394689-8CDF-4679-BA66-D99094A7DD46}" destId="{7DAE3631-F363-410E-BA3C-414D85CEDD0F}" srcOrd="0" destOrd="0" presId="urn:microsoft.com/office/officeart/2018/2/layout/IconLabelList"/>
    <dgm:cxn modelId="{B3E12D4C-6FA0-47AC-B359-B355DF070D19}" type="presOf" srcId="{029F4CDD-BDB1-4021-A141-FFEB8C995A90}" destId="{39A3E606-8E31-4802-A7B8-CFDAFF4EBAEB}" srcOrd="0" destOrd="0" presId="urn:microsoft.com/office/officeart/2018/2/layout/IconLabelList"/>
    <dgm:cxn modelId="{C1DC886E-E5A6-4F18-B8B6-14D4159763CF}" type="presOf" srcId="{E64E060E-98E4-45A9-9115-4FF4663A4803}" destId="{566DDAA6-8741-473F-A8E1-FD799233C75C}" srcOrd="0" destOrd="0" presId="urn:microsoft.com/office/officeart/2018/2/layout/IconLabelList"/>
    <dgm:cxn modelId="{659E2583-5234-4B99-B3DF-8314F628E038}" type="presOf" srcId="{98ADA39B-9028-4935-9E22-0872CA9DAAD7}" destId="{3E8EDFED-F841-4D76-B130-539D7CC040CD}" srcOrd="0" destOrd="0" presId="urn:microsoft.com/office/officeart/2018/2/layout/IconLabelList"/>
    <dgm:cxn modelId="{E15EF744-4C37-4B29-9B8C-506AF7DEE158}" type="presParOf" srcId="{7DAE3631-F363-410E-BA3C-414D85CEDD0F}" destId="{CC69AE0A-FFE8-404E-B95D-9913AD5B33FA}" srcOrd="0" destOrd="0" presId="urn:microsoft.com/office/officeart/2018/2/layout/IconLabelList"/>
    <dgm:cxn modelId="{ABC81787-1241-4274-BD75-C77A6E1E4146}" type="presParOf" srcId="{CC69AE0A-FFE8-404E-B95D-9913AD5B33FA}" destId="{70B23FF8-AC34-41E4-823D-A825E9A69C27}" srcOrd="0" destOrd="0" presId="urn:microsoft.com/office/officeart/2018/2/layout/IconLabelList"/>
    <dgm:cxn modelId="{14FF304C-3928-4221-9ADF-E768603A2212}" type="presParOf" srcId="{CC69AE0A-FFE8-404E-B95D-9913AD5B33FA}" destId="{20109DB2-DFAD-47F9-A891-A5CBBBFE6D8B}" srcOrd="1" destOrd="0" presId="urn:microsoft.com/office/officeart/2018/2/layout/IconLabelList"/>
    <dgm:cxn modelId="{921E0F62-ABA9-425A-979D-5831CF806C01}" type="presParOf" srcId="{CC69AE0A-FFE8-404E-B95D-9913AD5B33FA}" destId="{566DDAA6-8741-473F-A8E1-FD799233C75C}" srcOrd="2" destOrd="0" presId="urn:microsoft.com/office/officeart/2018/2/layout/IconLabelList"/>
    <dgm:cxn modelId="{738903EB-4118-4B3C-A305-15755599E618}" type="presParOf" srcId="{7DAE3631-F363-410E-BA3C-414D85CEDD0F}" destId="{524118F8-A344-4103-9096-C49A8BA97700}" srcOrd="1" destOrd="0" presId="urn:microsoft.com/office/officeart/2018/2/layout/IconLabelList"/>
    <dgm:cxn modelId="{10B67B48-B66C-4D0E-9D8A-2F5399ECF9A2}" type="presParOf" srcId="{7DAE3631-F363-410E-BA3C-414D85CEDD0F}" destId="{6F567ED2-B52C-49CA-8BCE-18877D433027}" srcOrd="2" destOrd="0" presId="urn:microsoft.com/office/officeart/2018/2/layout/IconLabelList"/>
    <dgm:cxn modelId="{77C75E29-5536-4EB0-B131-BC806B29E595}" type="presParOf" srcId="{6F567ED2-B52C-49CA-8BCE-18877D433027}" destId="{12787E0A-2254-43CE-9D3C-C98DFB8AF252}" srcOrd="0" destOrd="0" presId="urn:microsoft.com/office/officeart/2018/2/layout/IconLabelList"/>
    <dgm:cxn modelId="{D28A711D-2E17-4672-92E8-37695D48F24E}" type="presParOf" srcId="{6F567ED2-B52C-49CA-8BCE-18877D433027}" destId="{ADF30FEA-0306-4F05-8A8B-188FF1AA0E70}" srcOrd="1" destOrd="0" presId="urn:microsoft.com/office/officeart/2018/2/layout/IconLabelList"/>
    <dgm:cxn modelId="{F2E833E7-BE57-406E-87A4-9E8E98AF92BF}" type="presParOf" srcId="{6F567ED2-B52C-49CA-8BCE-18877D433027}" destId="{3E8EDFED-F841-4D76-B130-539D7CC040CD}" srcOrd="2" destOrd="0" presId="urn:microsoft.com/office/officeart/2018/2/layout/IconLabelList"/>
    <dgm:cxn modelId="{AE9A9D52-A81C-4E73-B14E-BA022AF6B92B}" type="presParOf" srcId="{7DAE3631-F363-410E-BA3C-414D85CEDD0F}" destId="{015298FC-B202-4577-8B0A-A8D7CA42D202}" srcOrd="3" destOrd="0" presId="urn:microsoft.com/office/officeart/2018/2/layout/IconLabelList"/>
    <dgm:cxn modelId="{F28FE49B-51BB-49C3-98D1-E3B75788BC79}" type="presParOf" srcId="{7DAE3631-F363-410E-BA3C-414D85CEDD0F}" destId="{1E548442-662B-467D-81F4-FE2B79C6284F}" srcOrd="4" destOrd="0" presId="urn:microsoft.com/office/officeart/2018/2/layout/IconLabelList"/>
    <dgm:cxn modelId="{D8766EB0-D9F7-403B-AB05-ED86881E4038}" type="presParOf" srcId="{1E548442-662B-467D-81F4-FE2B79C6284F}" destId="{74C0F41E-D7D8-409D-A968-35FEB6B53F5D}" srcOrd="0" destOrd="0" presId="urn:microsoft.com/office/officeart/2018/2/layout/IconLabelList"/>
    <dgm:cxn modelId="{FF203E7C-F013-4F51-A861-53198189BC3A}" type="presParOf" srcId="{1E548442-662B-467D-81F4-FE2B79C6284F}" destId="{F5273691-A8F3-40FC-AC9D-9DE2BA639611}" srcOrd="1" destOrd="0" presId="urn:microsoft.com/office/officeart/2018/2/layout/IconLabelList"/>
    <dgm:cxn modelId="{40B5AE15-C1AC-4D47-9CEE-57CFFA71284B}" type="presParOf" srcId="{1E548442-662B-467D-81F4-FE2B79C6284F}" destId="{39A3E606-8E31-4802-A7B8-CFDAFF4EB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23FF8-AC34-41E4-823D-A825E9A69C27}">
      <dsp:nvSpPr>
        <dsp:cNvPr id="0" name=""/>
        <dsp:cNvSpPr/>
      </dsp:nvSpPr>
      <dsp:spPr>
        <a:xfrm>
          <a:off x="916421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DDAA6-8741-473F-A8E1-FD799233C75C}">
      <dsp:nvSpPr>
        <dsp:cNvPr id="0" name=""/>
        <dsp:cNvSpPr/>
      </dsp:nvSpPr>
      <dsp:spPr>
        <a:xfrm>
          <a:off x="153146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הבעיה: שוק ההון מאופיין בתנודתיות ואי ודאות</a:t>
          </a:r>
          <a:endParaRPr lang="en-US" sz="1800" kern="1200"/>
        </a:p>
      </dsp:txBody>
      <dsp:txXfrm>
        <a:off x="153146" y="2299874"/>
        <a:ext cx="2775546" cy="720000"/>
      </dsp:txXfrm>
    </dsp:sp>
    <dsp:sp modelId="{12787E0A-2254-43CE-9D3C-C98DFB8AF252}">
      <dsp:nvSpPr>
        <dsp:cNvPr id="0" name=""/>
        <dsp:cNvSpPr/>
      </dsp:nvSpPr>
      <dsp:spPr>
        <a:xfrm>
          <a:off x="4177689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EDFED-F841-4D76-B130-539D7CC040CD}">
      <dsp:nvSpPr>
        <dsp:cNvPr id="0" name=""/>
        <dsp:cNvSpPr/>
      </dsp:nvSpPr>
      <dsp:spPr>
        <a:xfrm>
          <a:off x="3414414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משקיעים מתקשים לזהות מגמות עתידיות בזמן אמת</a:t>
          </a:r>
          <a:endParaRPr lang="en-US" sz="1800" kern="1200"/>
        </a:p>
      </dsp:txBody>
      <dsp:txXfrm>
        <a:off x="3414414" y="2299874"/>
        <a:ext cx="2775546" cy="720000"/>
      </dsp:txXfrm>
    </dsp:sp>
    <dsp:sp modelId="{74C0F41E-D7D8-409D-A968-35FEB6B53F5D}">
      <dsp:nvSpPr>
        <dsp:cNvPr id="0" name=""/>
        <dsp:cNvSpPr/>
      </dsp:nvSpPr>
      <dsp:spPr>
        <a:xfrm>
          <a:off x="7438957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3E606-8E31-4802-A7B8-CFDAFF4EBAEB}">
      <dsp:nvSpPr>
        <dsp:cNvPr id="0" name=""/>
        <dsp:cNvSpPr/>
      </dsp:nvSpPr>
      <dsp:spPr>
        <a:xfrm>
          <a:off x="6675681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הצורך: מערכת חיזוי מבוססת נתונים להפקת החלטות השקעה</a:t>
          </a:r>
          <a:endParaRPr lang="en-US" sz="1800" kern="1200"/>
        </a:p>
      </dsp:txBody>
      <dsp:txXfrm>
        <a:off x="6675681" y="2299874"/>
        <a:ext cx="277554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F34D-5B97-62EB-D481-6864B65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49F6-8AB3-4333-D341-7B3B859E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D80C-619B-AABF-7221-F3F7062A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AEF0-8370-0BA9-F492-428E2946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48AE-4536-CCF5-E51D-F2C67591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2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EFA8-D28B-0372-FE9E-D686D73E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661B-B424-430F-A049-151D5248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F059-262F-646E-7023-421BAA9C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44BFA-423C-854E-43A8-ADD2DEF4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7DCF7-4357-CB4D-6400-C61C0139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C235-9A8D-2AD4-A7A2-F5599496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4C18-6807-25CF-EBAB-D3A13087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20E4-ADEA-6BE4-E507-27DD7D9A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6CB5B-08B2-6391-D92E-D52AE382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176A-0FD2-5153-E820-5D1A74F9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CFBC-2DFE-F4FF-DD6F-8F59DD99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7D7-6317-5268-388B-D7324ECC9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F6224-C819-012A-2A15-0D194D49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27D3-EDB9-F10C-F962-AC89E188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339BA-05CA-B50D-DDD8-C3971D26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8D2C-455A-B0DF-A482-BAB125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7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3B27-4B46-3442-0C1C-3967598D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63F9-1995-BF3E-BC9C-30D2882D3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C3425-49A4-1FF7-78C4-58DCAB81C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FEBB7-FC8F-041B-2ADA-7A3D19A89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57EBE-0C4B-CA7E-5B6D-2D30470DB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EB262-2FAF-D56B-D31C-1C40DA4E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700E6-4E0A-5350-1AE7-8EE5D0AB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D6C85-A559-16A3-95DD-0472A91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D38F-3EE8-4AE2-DC54-45D24FAA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2FBE-3B9E-BB4C-E4CB-1C4E088E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385EC-3762-4A31-C5E3-75D4373B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ADE0E-EE83-8381-62F6-6F420E14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950B2-B374-F980-BD8A-598F010E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79E7D-F6FC-B3AD-96A8-42C02171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078F-2CEA-E349-F18B-AA989E76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2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4AE5-7122-18B1-AC6F-2924D17D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1917-22CC-8ECD-0597-7A69229B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1366-2212-19C2-FF1C-182EEC798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8EEB-C5C3-BB8D-D7CC-77120FBF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A1FC8-FAF1-5DED-60CE-DDA48C30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6800D-9801-51DB-C8BB-EFCC1AC9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0477-E2E1-4457-B105-CB8E9382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CC8DB-34AE-FD43-FBC0-1DF2795DE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2AB7-FC54-31D0-62E3-25B28B45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4E4B-CB7A-A7BD-7488-A57A8866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1F3E9-4977-4CAC-5198-FE2B1F1D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BCF1-5222-D1C3-E520-94B1D94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1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2064-D328-0549-0AC3-C4A460E7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ADC1C-E7AB-498C-73C1-A1619852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4D540-8B7E-625B-FC3B-62559F91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62309-5991-AAA0-8BE6-604841FE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1E94-F8D3-7C05-1790-0636CF8C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7DC59-64DC-E6FC-C9FF-E2488F050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8B940-AF8C-715A-7456-8241323D8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631C7-F37D-3F39-4B98-FF3C354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1268-AAD5-504B-6FE4-B97B8830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A8CB-03F9-BD7A-9D19-D4E7CB6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1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326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1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15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355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52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55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8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713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696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616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11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D9C03-2364-9D4A-09BD-6E400FCC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CDF82-0696-3AF2-E1CD-BE44EE808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DAEE-F64C-C77A-990A-B1BDDDAB6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4DFA-6DD9-7582-3D40-3684739A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9084-089A-6373-BAE7-C6805A454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3B2-05FC-491E-9BE5-C84788F295C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1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14D9067-0F06-6529-1C89-4FF9F5D3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>
                <a:latin typeface="+mn-lt"/>
                <a:cs typeface="Aharoni" panose="02010803020104030203" pitchFamily="2" charset="-79"/>
              </a:rPr>
              <a:t>חיזוי שערי מניות באמצעות </a:t>
            </a:r>
            <a:br>
              <a:rPr lang="he-IL" dirty="0">
                <a:latin typeface="+mn-lt"/>
              </a:rPr>
            </a:br>
            <a:r>
              <a:rPr lang="he-IL" dirty="0">
                <a:latin typeface="+mn-lt"/>
              </a:rPr>
              <a:t> </a:t>
            </a:r>
            <a:r>
              <a:rPr lang="en-US" dirty="0">
                <a:latin typeface="+mn-lt"/>
                <a:cs typeface="Aharoni" panose="02010803020104030203" pitchFamily="2" charset="-79"/>
              </a:rPr>
              <a:t> Machine Learning </a:t>
            </a:r>
            <a:r>
              <a:rPr lang="he-IL" dirty="0">
                <a:latin typeface="+mn-lt"/>
                <a:cs typeface="Aharoni" panose="02010803020104030203" pitchFamily="2" charset="-79"/>
              </a:rPr>
              <a:t>ו-</a:t>
            </a:r>
            <a:r>
              <a:rPr lang="en-US" dirty="0">
                <a:latin typeface="+mn-lt"/>
                <a:cs typeface="Aharoni" panose="02010803020104030203" pitchFamily="2" charset="-79"/>
              </a:rPr>
              <a:t> </a:t>
            </a:r>
            <a:r>
              <a:rPr lang="en-US" dirty="0">
                <a:latin typeface="+mn-lt"/>
              </a:rPr>
              <a:t>Deep Learning </a:t>
            </a:r>
            <a:r>
              <a:rPr lang="he-IL" dirty="0">
                <a:latin typeface="+mn-lt"/>
                <a:cs typeface="Aharoni" panose="02010803020104030203" pitchFamily="2" charset="-79"/>
              </a:rPr>
              <a:t>ושימוש ב</a:t>
            </a:r>
            <a:r>
              <a:rPr lang="en-US" dirty="0">
                <a:latin typeface="+mn-lt"/>
                <a:cs typeface="Aharoni" panose="02010803020104030203" pitchFamily="2" charset="-79"/>
              </a:rPr>
              <a:t>LLM- </a:t>
            </a:r>
            <a:endParaRPr lang="he-IL" dirty="0">
              <a:latin typeface="+mn-lt"/>
              <a:cs typeface="Aharoni" panose="02010803020104030203" pitchFamily="2" charset="-79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F767AC68-0DE1-61C9-3169-F28AC84C80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60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29EFA-AAB2-DC59-F679-2595D4E3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8BF97F-F678-9C01-8E6B-6AC8ECE4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572" y="780329"/>
            <a:ext cx="4791706" cy="611326"/>
          </a:xfrm>
        </p:spPr>
        <p:txBody>
          <a:bodyPr>
            <a:normAutofit/>
          </a:bodyPr>
          <a:lstStyle/>
          <a:p>
            <a:pPr algn="ctr"/>
            <a:r>
              <a:rPr lang="he-IL" sz="3600" dirty="0">
                <a:latin typeface="Aharoni" panose="02010803020104030203" pitchFamily="2" charset="-79"/>
                <a:cs typeface="Aharoni" panose="02010803020104030203" pitchFamily="2" charset="-79"/>
              </a:rPr>
              <a:t>מטרות הפרויקט</a:t>
            </a:r>
            <a:endParaRPr lang="he-IL" sz="3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תרשים זרימה: תהליך חלופי 3">
            <a:extLst>
              <a:ext uri="{FF2B5EF4-FFF2-40B4-BE49-F238E27FC236}">
                <a16:creationId xmlns:a16="http://schemas.microsoft.com/office/drawing/2014/main" id="{09220401-0A22-D4A3-1959-73908C7AFB64}"/>
              </a:ext>
            </a:extLst>
          </p:cNvPr>
          <p:cNvSpPr/>
          <p:nvPr/>
        </p:nvSpPr>
        <p:spPr>
          <a:xfrm>
            <a:off x="7851996" y="3358331"/>
            <a:ext cx="3202858" cy="104959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הפקת המלצות השקעה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BUY / KEEP / SELL</a:t>
            </a: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5E5F41B0-D4F1-3239-C161-F12165C5C321}"/>
              </a:ext>
            </a:extLst>
          </p:cNvPr>
          <p:cNvSpPr/>
          <p:nvPr/>
        </p:nvSpPr>
        <p:spPr>
          <a:xfrm>
            <a:off x="7851996" y="4670322"/>
            <a:ext cx="3202858" cy="9979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השוואה בין: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מודלים טבלאיים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(Time Series)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מודלים מבוססי תמונות (גרפים)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64C61153-8779-FC00-F151-289FB863402E}"/>
              </a:ext>
            </a:extLst>
          </p:cNvPr>
          <p:cNvSpPr/>
          <p:nvPr/>
        </p:nvSpPr>
        <p:spPr>
          <a:xfrm>
            <a:off x="7851996" y="2097959"/>
            <a:ext cx="3202858" cy="9979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חיזוי התנהגות עתידית של מניות</a:t>
            </a:r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56D237E0-81B6-FFD6-743E-9FC912887209}"/>
              </a:ext>
            </a:extLst>
          </p:cNvPr>
          <p:cNvSpPr txBox="1">
            <a:spLocks/>
          </p:cNvSpPr>
          <p:nvPr/>
        </p:nvSpPr>
        <p:spPr>
          <a:xfrm>
            <a:off x="1212295" y="780329"/>
            <a:ext cx="4791706" cy="611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6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      מקורות נתונים</a:t>
            </a:r>
            <a:endParaRPr kumimoji="0" lang="he-IL" sz="36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F3F6DCAD-6A74-9CD3-6016-AD92602111A4}"/>
              </a:ext>
            </a:extLst>
          </p:cNvPr>
          <p:cNvSpPr/>
          <p:nvPr/>
        </p:nvSpPr>
        <p:spPr>
          <a:xfrm>
            <a:off x="1574099" y="2097960"/>
            <a:ext cx="3202858" cy="38960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מחירי מניות היסטוריים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BCBAED8A-859E-7809-2939-DCF05625DDD6}"/>
              </a:ext>
            </a:extLst>
          </p:cNvPr>
          <p:cNvSpPr/>
          <p:nvPr/>
        </p:nvSpPr>
        <p:spPr>
          <a:xfrm>
            <a:off x="1603305" y="2725994"/>
            <a:ext cx="3232354" cy="13519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נתונים מאקרו כלכליים: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S&amp;P 500, NASDAQ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נפט, זהב, נדל״ן, ציפיות אינפלציה</a:t>
            </a:r>
          </a:p>
        </p:txBody>
      </p: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4524016E-E77D-8053-53BC-E6F40522F069}"/>
              </a:ext>
            </a:extLst>
          </p:cNvPr>
          <p:cNvSpPr/>
          <p:nvPr/>
        </p:nvSpPr>
        <p:spPr>
          <a:xfrm>
            <a:off x="1632801" y="4316361"/>
            <a:ext cx="3202858" cy="13519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יצירה של כ־300 תכונות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Lag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,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Rolling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Mean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 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Min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Max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Std</a:t>
            </a:r>
            <a:endParaRPr kumimoji="0" lang="he-IL" alt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Diff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Percent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Change</a:t>
            </a:r>
            <a:endParaRPr kumimoji="0" lang="he-IL" alt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6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043E34-67CC-229E-A447-F65AB819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11326"/>
          </a:xfrm>
        </p:spPr>
        <p:txBody>
          <a:bodyPr>
            <a:normAutofit/>
          </a:bodyPr>
          <a:lstStyle/>
          <a:p>
            <a:pPr algn="ctr"/>
            <a:r>
              <a:rPr lang="he-IL" sz="3600" dirty="0"/>
              <a:t>השתמשנו ב... </a:t>
            </a:r>
            <a:endParaRPr lang="he-IL" sz="3600" b="1" dirty="0"/>
          </a:p>
        </p:txBody>
      </p:sp>
      <p:sp>
        <p:nvSpPr>
          <p:cNvPr id="4" name="תרשים זרימה: תהליך חלופי 3">
            <a:extLst>
              <a:ext uri="{FF2B5EF4-FFF2-40B4-BE49-F238E27FC236}">
                <a16:creationId xmlns:a16="http://schemas.microsoft.com/office/drawing/2014/main" id="{F669317E-CE89-76EB-FAB8-EC88B2941ADB}"/>
              </a:ext>
            </a:extLst>
          </p:cNvPr>
          <p:cNvSpPr/>
          <p:nvPr/>
        </p:nvSpPr>
        <p:spPr>
          <a:xfrm>
            <a:off x="1256072" y="2054942"/>
            <a:ext cx="2863644" cy="197628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Image-based Classification</a:t>
            </a: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אימון מודל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FastAI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על גרפי מחירים לחיזוי אסטרטגיית השקעה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BUY/KEEP/SELL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8205F56-A662-8056-12C3-EF930BCEE2A3}"/>
              </a:ext>
            </a:extLst>
          </p:cNvPr>
          <p:cNvSpPr/>
          <p:nvPr/>
        </p:nvSpPr>
        <p:spPr>
          <a:xfrm>
            <a:off x="4494571" y="2054942"/>
            <a:ext cx="3202858" cy="186812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 Series Models</a:t>
            </a:r>
            <a:endParaRPr kumimoji="0" lang="he-IL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אימון מודלים על נתונים טבלאיים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LSTM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GRU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CNN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שילובי מודלים</a:t>
            </a:r>
          </a:p>
        </p:txBody>
      </p:sp>
      <p:sp>
        <p:nvSpPr>
          <p:cNvPr id="7" name="תרשים זרימה: תהליך חלופי 6">
            <a:extLst>
              <a:ext uri="{FF2B5EF4-FFF2-40B4-BE49-F238E27FC236}">
                <a16:creationId xmlns:a16="http://schemas.microsoft.com/office/drawing/2014/main" id="{E8243AFC-933F-D59F-3426-FFD0DC547483}"/>
              </a:ext>
            </a:extLst>
          </p:cNvPr>
          <p:cNvSpPr/>
          <p:nvPr/>
        </p:nvSpPr>
        <p:spPr>
          <a:xfrm>
            <a:off x="4494571" y="4103618"/>
            <a:ext cx="3202858" cy="186812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LLM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לפירוש בקשת המשתמש בשפה טבעית, לחילוץ סימול המניה ומספר הימים לחיזוי, ולהפעלה אוטומטית של תהליך החיזוי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D3C46B18-7C87-4E6E-1665-42B86FA4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922" y="2051867"/>
            <a:ext cx="3202858" cy="177952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Clasic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ML Model</a:t>
            </a:r>
            <a:endParaRPr lang="he-IL" altLang="he-IL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שימוש במודל </a:t>
            </a:r>
            <a:r>
              <a:rPr lang="he-IL" altLang="he-IL" sz="1600" b="1" dirty="0" err="1">
                <a:solidFill>
                  <a:schemeClr val="bg1"/>
                </a:solidFill>
                <a:latin typeface="Arial" panose="020B0604020202020204" pitchFamily="34" charset="0"/>
              </a:rPr>
              <a:t>XGBoost</a:t>
            </a:r>
            <a:endParaRPr lang="he-IL" altLang="he-IL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לדירוג חשיבות תכונות.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בחירת 20 התכונות המשפיעות ביותר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ליצירת </a:t>
            </a:r>
            <a:r>
              <a:rPr lang="he-IL" altLang="he-IL" sz="1600" dirty="0" err="1">
                <a:solidFill>
                  <a:schemeClr val="bg1"/>
                </a:solidFill>
                <a:latin typeface="Arial" panose="020B0604020202020204" pitchFamily="34" charset="0"/>
              </a:rPr>
              <a:t>Dataset</a:t>
            </a: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 מצומצם ויעיל</a:t>
            </a:r>
          </a:p>
        </p:txBody>
      </p:sp>
    </p:spTree>
    <p:extLst>
      <p:ext uri="{BB962C8B-B14F-4D97-AF65-F5344CB8AC3E}">
        <p14:creationId xmlns:p14="http://schemas.microsoft.com/office/powerpoint/2010/main" val="352592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ED12F-A4B7-62DE-3415-DDFCEBC32B04}"/>
              </a:ext>
            </a:extLst>
          </p:cNvPr>
          <p:cNvSpPr txBox="1"/>
          <p:nvPr/>
        </p:nvSpPr>
        <p:spPr>
          <a:xfrm>
            <a:off x="4579400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target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EC2B5-0047-C92C-216F-782BCF016A96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8BBAC-8E3E-E4F8-D967-0E9E47C7F1E3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514AA-BCF0-55B0-B152-14F92661D5D2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9BA36-DB52-05E7-1EA4-91878809691B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EB527-4D0F-CDCE-436F-76E63197667D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4324FAF4-2A6B-F1A4-D54B-F8C83FF2278A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5E77E56-8491-4E68-CCBF-83A43A46E28E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E6F673A-CD4B-7DDF-431D-E43C646CFF3A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A85DCD5-53F3-8230-1F9C-48B18BAF8D5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EE66BF4-17A1-FA1F-E2E2-8A9BE7E31C2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CE4759-16BE-ACED-EAF7-8E2DFF5CB71D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C3E262E-BD4D-464E-5D93-F703C5C6A36A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70CAF48-E465-C3FA-4F28-B5CEB7D88CF4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071F1D-D858-87BC-3FAC-D2FE0A14C0F7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E5573E-B2D9-361E-51E1-07D795ACA4C4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A06438-AECB-8F64-406D-BD2AA6A4C617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FB8B87-F3F4-8197-2726-4B1005F0D7FF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BAA62F-ECFA-17B3-9D3F-29CBFF680445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D71DE9B-501F-1C8E-442D-91C605FFD35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E3C09C6-D6CE-7879-55EE-D4D2D08F97B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F69E22-D953-E25C-6AB7-8595121622D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2962609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0365D43-B91B-427B-6361-647B41AF612A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127663" y="1326879"/>
            <a:ext cx="2580639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0B132C-71C8-6A02-A78B-1917C3C960BC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A3D34C6F-F163-1DF6-8B21-2A863D5D4D5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train.ipynb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729E7-C3A3-E888-5B26-AB2777BE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61943F-795A-B04E-99F1-CD4C25A04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6B60FE-4D77-2300-0E85-5DDB5927E358}"/>
              </a:ext>
            </a:extLst>
          </p:cNvPr>
          <p:cNvSpPr txBox="1"/>
          <p:nvPr/>
        </p:nvSpPr>
        <p:spPr>
          <a:xfrm>
            <a:off x="2222859" y="1160255"/>
            <a:ext cx="17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82D15-22A7-879E-40FE-8C58C5F84F22}"/>
              </a:ext>
            </a:extLst>
          </p:cNvPr>
          <p:cNvSpPr txBox="1"/>
          <p:nvPr/>
        </p:nvSpPr>
        <p:spPr>
          <a:xfrm>
            <a:off x="7803662" y="1167134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23772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06DB-5C9C-5CCC-E565-C935C816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DEF0C84-2FED-9822-CC9F-E14CD3B882A3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predict.ipynb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A8647-0DC8-5154-384B-502D8C9EA62C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82EBCF-F02E-6355-5830-B9353B533606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06139-CF35-1CC7-1EDA-6721B840BE59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8CD03-B540-D17F-15E6-D8849353853A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2293A-2C57-430F-9480-B10AFCD4D812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C0F4ED97-CBA9-03A5-D074-C9B964C0A396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608B459-DA99-50CC-CFF9-7F04932E1B96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333A6-A390-EBB0-9B8B-83F26C9AACB5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9322960-D805-324A-CFB4-5ADE0447D5F9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0D130EC-42BE-66A3-AE5C-D85F70F6697C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1F0F23-078F-31CF-8346-B126ABF3974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663145-B12B-ADB6-0A8D-6B2852D9A6C5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73DEC-C72E-71A1-4690-E92C15406851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3DBC98-B665-6A37-344C-155401AB688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AABBB7-8059-4418-9133-3AB53EF1EFD5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82CC21-01D5-B346-E38C-DE816A6399A2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7DDA3F-CE82-B2BC-E3CA-E591DBE6D518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FF840D-B098-A0EE-73AB-CF679889E1EE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B9443B-3700-D7CB-27ED-FC4E9F7C6447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B00CE4-A727-022E-C6C5-CC98E6F49608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2728A9-D838-C5A0-EBF8-E651D4A8DAB7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75126A9-6395-4347-85DB-3A9888052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466E8B6-028F-9A71-0E21-3FE9E0C41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B0F4FD-2C2C-6FCC-7AAB-D4829BCFE2E1}"/>
              </a:ext>
            </a:extLst>
          </p:cNvPr>
          <p:cNvSpPr txBox="1"/>
          <p:nvPr/>
        </p:nvSpPr>
        <p:spPr>
          <a:xfrm>
            <a:off x="2325027" y="2050429"/>
            <a:ext cx="17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C6920-6FA5-FBAA-5B84-B9ECD10EF712}"/>
              </a:ext>
            </a:extLst>
          </p:cNvPr>
          <p:cNvSpPr txBox="1"/>
          <p:nvPr/>
        </p:nvSpPr>
        <p:spPr>
          <a:xfrm>
            <a:off x="8287620" y="2029074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88926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7E1E-B340-0F73-F739-AAB8FE37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BEF7D-B5B0-EFBB-67F7-BD95CBC8C619}"/>
              </a:ext>
            </a:extLst>
          </p:cNvPr>
          <p:cNvSpPr txBox="1"/>
          <p:nvPr/>
        </p:nvSpPr>
        <p:spPr>
          <a:xfrm>
            <a:off x="4738791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A2327-2111-4BC8-03DE-008C58E7728A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8B4DE-4FD1-89EF-54F9-D22BA01E2348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CA140-0479-C44D-8D60-FEA7A195CC28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B10E8-EDAF-A598-ADD2-4EE64F29323F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Train/Validate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99D9C-5796-6DAD-15AD-2B3B9AC0804C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DF8E4F6-AFF4-767B-B6AA-785EABC5B738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15AF86E-3A24-D24C-C7D3-73E857318458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AE5FCB8-CE4F-EF0D-5EF6-F4B022CB043D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D1D8D66-CAFE-F788-46D9-9517E97525A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9A03390-6D13-96A5-C0F9-C5623668073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D77C083-B9DF-A509-0D21-E69AE6C8336A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A18EF15-2D6D-24DD-6C04-CBF65FBE9D3F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4397B3D-97C1-3B68-4F2C-A8712A89698F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AAF2A-7FD1-9905-E605-1D489F7A115D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8E13D-2964-6C72-8BFD-417C66773071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30A65E-11CE-E233-9AF9-4E509F3F2799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C029C-CE46-8DA7-2052-36544D21CBEB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FACD9A-830A-68ED-F311-01A8D006D3A4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DEC462-3014-67EC-2400-581153324DB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592C6F1-25E4-876E-7565-CBA64FF06AF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21AA8FE-C983-EC37-DFCD-E7110C8186C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3122000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E595E7-899D-8819-612F-F105E0613E7B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287054" y="1326879"/>
            <a:ext cx="2421248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956A9A-15D7-0723-4F9F-A4F9191D0E0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B0388802-F14F-7170-0E7E-B8CF5C141762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Train ‘AAPL’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98ECC-3D2A-6707-CBA5-8EA72769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DB61489-AF0D-CEA0-CFF6-53B97541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0EE1D6-E526-17D2-F1FC-3EC00DA37A2F}"/>
              </a:ext>
            </a:extLst>
          </p:cNvPr>
          <p:cNvSpPr txBox="1"/>
          <p:nvPr/>
        </p:nvSpPr>
        <p:spPr>
          <a:xfrm>
            <a:off x="363626" y="1729311"/>
            <a:ext cx="125250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y</a:t>
            </a:r>
          </a:p>
          <a:p>
            <a:r>
              <a:rPr lang="en-US" sz="900" dirty="0"/>
              <a:t>y_mean_5</a:t>
            </a:r>
          </a:p>
          <a:p>
            <a:r>
              <a:rPr lang="en-US" sz="900" dirty="0"/>
              <a:t>y_diff_10</a:t>
            </a:r>
          </a:p>
          <a:p>
            <a:r>
              <a:rPr lang="en-US" sz="900" dirty="0"/>
              <a:t>y_lag_2</a:t>
            </a:r>
          </a:p>
          <a:p>
            <a:r>
              <a:rPr lang="en-US" sz="900" dirty="0"/>
              <a:t>y_diff_5</a:t>
            </a:r>
          </a:p>
          <a:p>
            <a:r>
              <a:rPr lang="en-US" sz="900" dirty="0"/>
              <a:t>y_mean_10</a:t>
            </a:r>
          </a:p>
          <a:p>
            <a:r>
              <a:rPr lang="en-US" sz="900" dirty="0"/>
              <a:t>y_min_22</a:t>
            </a:r>
          </a:p>
          <a:p>
            <a:r>
              <a:rPr lang="en-US" sz="900" dirty="0"/>
              <a:t>y_min_5</a:t>
            </a:r>
          </a:p>
          <a:p>
            <a:r>
              <a:rPr lang="en-US" sz="900" dirty="0"/>
              <a:t>y_diff_22</a:t>
            </a:r>
          </a:p>
          <a:p>
            <a:r>
              <a:rPr lang="en-US" sz="900" dirty="0"/>
              <a:t>y_std_5</a:t>
            </a:r>
          </a:p>
          <a:p>
            <a:r>
              <a:rPr lang="en-US" sz="900" dirty="0"/>
              <a:t>y_max_66</a:t>
            </a:r>
          </a:p>
          <a:p>
            <a:r>
              <a:rPr lang="en-US" sz="900" dirty="0"/>
              <a:t>NASDAQ</a:t>
            </a:r>
          </a:p>
          <a:p>
            <a:r>
              <a:rPr lang="en-US" sz="900" dirty="0"/>
              <a:t>NASDAQ_max_22</a:t>
            </a:r>
          </a:p>
          <a:p>
            <a:r>
              <a:rPr lang="en-US" sz="900" dirty="0"/>
              <a:t>NASDAQ_min_10 NASDAQ_min_66</a:t>
            </a:r>
          </a:p>
          <a:p>
            <a:r>
              <a:rPr lang="en-US" sz="900" dirty="0"/>
              <a:t>SP500_lag_5</a:t>
            </a:r>
          </a:p>
          <a:p>
            <a:r>
              <a:rPr lang="en-US" sz="900" dirty="0"/>
              <a:t>Oil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91A028-FAC3-BF70-B104-8D2CF2A42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57" y="4559412"/>
            <a:ext cx="2967846" cy="20233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8FB839-B23F-560F-0671-F83D29F11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690" y="1953777"/>
            <a:ext cx="1139079" cy="21316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B8C1CC-3303-3312-4BD3-8AFB7B3F6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080" y="490438"/>
            <a:ext cx="2895420" cy="11424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410962-DD9F-E250-251A-D17E8F0F2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223" y="4253218"/>
            <a:ext cx="2547902" cy="232179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D45708-0E60-079D-32CB-43AD0E0F6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2" y="884891"/>
            <a:ext cx="1694013" cy="88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46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F5D6-F98F-EB94-0876-C60C5DBF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AF8B65C8-1048-2A75-10FA-DBF9E814F44D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Predict ‘TEVA’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38135-328B-46CE-2ECB-C400013F82F1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FA4F4-88F1-102E-4C23-99D755B0E50D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FF70A-89D0-2F4B-5A9D-3A66959F9A57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A49C3-57FA-87BE-5D88-7020DFDF3E26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B987D8-7238-5917-2A3F-C5DFC38FBD1E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12204575-568E-7E2A-B7CB-5A23BB20A14D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CDEB4E-B444-EA53-4251-5B0976856D3E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AAC3D-6006-C122-7F14-FCFDA77C851D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0D2CB7A-BC3A-CAD8-38A8-6E6A6EC26CAE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675269-14F7-F01F-ECF9-2211E88F522F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7719ECA-974B-729F-FB9B-5CE69635453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C0E506-E357-2C4F-1FA9-F61D6006F83A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2A90D1-0D69-1E00-A18C-4D16600AB467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777560-FB9E-0958-5E82-89B5BCF0F54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14A26A-DBC5-CA9D-63C6-761F67C5DCAD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9948F1-6B9F-1479-7A72-48F6F9EB4893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92E84F-1785-FA28-53E9-268D74C0B910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9D27AB-D93C-5B02-B746-3F4B11900D21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96A20F-8B2B-805D-4278-4B6B6CFAA3FB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D6CF58-7047-8A92-14A4-C03808786CDE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48647D-D008-CBDF-A793-41A42BC13C52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DA5C234-EB25-B220-6CD7-97411ED38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FF92FA9-F61D-4F25-2FE1-ADB2C9D2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5CF8AB-9341-4BCA-988B-3ED7B4E5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816" y="4413398"/>
            <a:ext cx="2147440" cy="1773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E9B42-572B-7A23-2EB8-DDF008C63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317" y="4454508"/>
            <a:ext cx="179095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8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B79B-2C2D-BDC1-3EFE-B99560D3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C228CC64-F9FE-DAC9-19B2-357A69C02B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Feature selection (by XGB)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F0CA8-DE6F-FD48-FCBF-D7BE66A3CB4D}"/>
              </a:ext>
            </a:extLst>
          </p:cNvPr>
          <p:cNvSpPr txBox="1"/>
          <p:nvPr/>
        </p:nvSpPr>
        <p:spPr>
          <a:xfrm>
            <a:off x="480969" y="189450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AAPL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y_mean_5, NASDAQ_max_22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y, y_min_22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y_std_5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NASDAQ, y_max_66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SP500_lag_5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166D9-FD53-B08F-2ACB-353FEE93ECBD}"/>
              </a:ext>
            </a:extLst>
          </p:cNvPr>
          <p:cNvSpPr txBox="1"/>
          <p:nvPr/>
        </p:nvSpPr>
        <p:spPr>
          <a:xfrm>
            <a:off x="480966" y="260232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INTC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y_min_5, SP500_max_22,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RealEstate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_min_66, Gold_std_5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y, NASDAQ, y_max_10, y_max_5, y_diff_10, Oil, y_mean_5, Oil_std_5, y_diff_5, y_std_5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81A30-F7AF-3666-88E3-11310BCF985A}"/>
              </a:ext>
            </a:extLst>
          </p:cNvPr>
          <p:cNvSpPr txBox="1"/>
          <p:nvPr/>
        </p:nvSpPr>
        <p:spPr>
          <a:xfrm>
            <a:off x="480967" y="328244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NSFT features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y_diff_66, </a:t>
            </a:r>
            <a:r>
              <a:rPr lang="en-US" sz="800" b="0" i="0" dirty="0"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y_min_22, NASDAQ, y_max_5, y_diff_10, y_lag_5, y_std_5, NASDAQ_min_22, NASDAQ_min_10, SP500_max_22, y, y_min_5, y_max_10, y_diff_5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174AD-95CD-3A93-0987-6E8DBDCC318F}"/>
              </a:ext>
            </a:extLst>
          </p:cNvPr>
          <p:cNvSpPr txBox="1"/>
          <p:nvPr/>
        </p:nvSpPr>
        <p:spPr>
          <a:xfrm>
            <a:off x="480966" y="399026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NVDA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y_diff_5, y, Oil, SP500_lag_4, y_lag_2, SP500_max_5, 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y_max_66, y_min_10, y_min_5, NASDAQ, y_lag_5,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Gold_min_22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SP500_min_10, y_max_10, y_diff_66, y_max_5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BC2C4-056E-6116-A922-31403EC22289}"/>
              </a:ext>
            </a:extLst>
          </p:cNvPr>
          <p:cNvSpPr txBox="1"/>
          <p:nvPr/>
        </p:nvSpPr>
        <p:spPr>
          <a:xfrm>
            <a:off x="480965" y="4698073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TEVA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y_lag_2, y_min_10, SP500_std_10, y_std_5, NASDAQ, y_min_5, y_mean_5, Oil, InflationExp_std_5, y_diff_5, y_diff_10, y,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y_pct_5</a:t>
            </a:r>
          </a:p>
        </p:txBody>
      </p:sp>
    </p:spTree>
    <p:extLst>
      <p:ext uri="{BB962C8B-B14F-4D97-AF65-F5344CB8AC3E}">
        <p14:creationId xmlns:p14="http://schemas.microsoft.com/office/powerpoint/2010/main" val="202331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FDC7-345D-9943-94F1-73C1C679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FAE8B685-AE3B-0F5F-8CE0-5F99C1DD169A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Model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BB7A5-6ECD-13EE-6AA5-3A955780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544" y="707079"/>
            <a:ext cx="3569347" cy="2772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CDA28-730E-3B71-BBE1-724DF78B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80" y="446696"/>
            <a:ext cx="4347044" cy="2936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07929-6C1C-A19D-11A5-607C8DEC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980" y="4379261"/>
            <a:ext cx="4208751" cy="2157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6D310C-AC8F-A4F5-9F4F-89F5AC4F6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657" y="3690473"/>
            <a:ext cx="3913294" cy="27208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6D6559-6586-8ECA-D707-FC8C5CB7B9DA}"/>
              </a:ext>
            </a:extLst>
          </p:cNvPr>
          <p:cNvSpPr txBox="1"/>
          <p:nvPr/>
        </p:nvSpPr>
        <p:spPr>
          <a:xfrm>
            <a:off x="175830" y="1397812"/>
            <a:ext cx="3309625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take away:</a:t>
            </a:r>
          </a:p>
          <a:p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R2</a:t>
            </a:r>
            <a:r>
              <a:rPr lang="en-US" sz="1400" dirty="0"/>
              <a:t> is very high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The ticker is </a:t>
            </a:r>
            <a:r>
              <a:rPr lang="en-US" sz="1400" u="sng" dirty="0"/>
              <a:t>the best feature </a:t>
            </a:r>
            <a:r>
              <a:rPr lang="en-US" sz="1400" dirty="0"/>
              <a:t>to predict the ticker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GRU</a:t>
            </a:r>
            <a:r>
              <a:rPr lang="en-US" sz="1400" dirty="0"/>
              <a:t> is best for this job</a:t>
            </a:r>
          </a:p>
        </p:txBody>
      </p:sp>
    </p:spTree>
    <p:extLst>
      <p:ext uri="{BB962C8B-B14F-4D97-AF65-F5344CB8AC3E}">
        <p14:creationId xmlns:p14="http://schemas.microsoft.com/office/powerpoint/2010/main" val="2648202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7409-C274-6F51-C40D-6341A235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09674C2-1CD8-107D-1BC0-2BEEE7A1C039}"/>
              </a:ext>
            </a:extLst>
          </p:cNvPr>
          <p:cNvSpPr txBox="1">
            <a:spLocks/>
          </p:cNvSpPr>
          <p:nvPr/>
        </p:nvSpPr>
        <p:spPr>
          <a:xfrm>
            <a:off x="214994" y="-589280"/>
            <a:ext cx="3584848" cy="4165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 err="1"/>
              <a:t>Fastai</a:t>
            </a:r>
            <a:r>
              <a:rPr lang="en-US" sz="4400" dirty="0"/>
              <a:t> </a:t>
            </a:r>
          </a:p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/>
              <a:t>classification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9069C2-5473-80B0-F041-1A01CE09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363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EBEB0C-8BC5-AE9C-C994-71F26665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338" y="3428999"/>
            <a:ext cx="2906020" cy="304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9D815BD-62DE-9758-C15A-96D1952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567" y="560717"/>
            <a:ext cx="2548771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AE7BE96-7C1C-9A77-AE93-E89793DE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317" y="3428999"/>
            <a:ext cx="2906021" cy="304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514360C-DAA4-D0BD-43C5-856F8725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085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9CF4130-3584-E851-2033-9BC462F9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509" y="3429000"/>
            <a:ext cx="2980478" cy="304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93992-8247-721C-DF59-1582E3B362DF}"/>
              </a:ext>
            </a:extLst>
          </p:cNvPr>
          <p:cNvSpPr txBox="1"/>
          <p:nvPr/>
        </p:nvSpPr>
        <p:spPr>
          <a:xfrm>
            <a:off x="10283506" y="81666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52FE0-C59E-39EC-5171-C84D4A50638F}"/>
              </a:ext>
            </a:extLst>
          </p:cNvPr>
          <p:cNvSpPr txBox="1"/>
          <p:nvPr/>
        </p:nvSpPr>
        <p:spPr>
          <a:xfrm>
            <a:off x="7316367" y="116266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E0C69-01AE-3892-296B-912A2DBB48FD}"/>
              </a:ext>
            </a:extLst>
          </p:cNvPr>
          <p:cNvSpPr txBox="1"/>
          <p:nvPr/>
        </p:nvSpPr>
        <p:spPr>
          <a:xfrm>
            <a:off x="4420534" y="11955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61127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542C-EE34-9359-C247-73F61F27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7AE8640-CD0E-07D6-169C-271EC69F8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9" y="3524129"/>
            <a:ext cx="8381885" cy="317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B963A14-AB12-CDF6-4636-3479B34B3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02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BC8DADA9-5F6F-90E9-CCCB-552036AEBDE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597412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842-AB62-8469-84CD-0E7BECCD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446687D-945E-8AD1-983B-6DF0AA3F6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83565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76699756-1B62-1FA1-05C5-BB1CE71395A9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NVDA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B0E9982-319A-CA65-E32E-2A4724F2D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12" y="3588081"/>
            <a:ext cx="8948576" cy="298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10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CFEA-B1CF-043D-AF0C-2B72A34F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297FCD72-4F3C-7168-8498-324748D4AC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INTC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5D5540-FA05-1BFB-5D48-387BD5104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4B78935-50DA-F33D-5D6B-019CA0B7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2" y="3476565"/>
            <a:ext cx="6945465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73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גלריה">
  <a:themeElements>
    <a:clrScheme name="גלריה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גלריה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גלריה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1173</Words>
  <Application>Microsoft Office PowerPoint</Application>
  <PresentationFormat>Widescreen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Aharoni</vt:lpstr>
      <vt:lpstr>Arial</vt:lpstr>
      <vt:lpstr>Calibri</vt:lpstr>
      <vt:lpstr>Calibri Light</vt:lpstr>
      <vt:lpstr>Courier New</vt:lpstr>
      <vt:lpstr>Gill Sans MT</vt:lpstr>
      <vt:lpstr>Office Theme</vt:lpstr>
      <vt:lpstr>גלריה</vt:lpstr>
      <vt:lpstr>חיזוי שערי מניות באמצעות    Machine Learning ו- Deep Learning ושימוש בLLM- </vt:lpstr>
      <vt:lpstr>מטרות הפרויקט</vt:lpstr>
      <vt:lpstr>השתמשנו ב...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18</cp:revision>
  <dcterms:created xsi:type="dcterms:W3CDTF">2025-12-23T18:31:18Z</dcterms:created>
  <dcterms:modified xsi:type="dcterms:W3CDTF">2026-01-14T16:44:44Z</dcterms:modified>
</cp:coreProperties>
</file>